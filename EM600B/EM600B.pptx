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7" r:id="rId6"/>
    <p:sldId id="272" r:id="rId7"/>
    <p:sldId id="273" r:id="rId8"/>
    <p:sldId id="278" r:id="rId9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00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o Scupilliti" userId="c5233846-6a49-42f0-908c-ed2d1327c83c" providerId="ADAL" clId="{1A4AF08E-6C5C-4A16-8853-A64C1F46A344}"/>
    <pc:docChg chg="undo custSel addSld delSld modSld modMainMaster">
      <pc:chgData name="Mauro Scupilliti" userId="c5233846-6a49-42f0-908c-ed2d1327c83c" providerId="ADAL" clId="{1A4AF08E-6C5C-4A16-8853-A64C1F46A344}" dt="2024-04-19T08:57:42.255" v="1142" actId="14100"/>
      <pc:docMkLst>
        <pc:docMk/>
      </pc:docMkLst>
      <pc:sldChg chg="modSp mod">
        <pc:chgData name="Mauro Scupilliti" userId="c5233846-6a49-42f0-908c-ed2d1327c83c" providerId="ADAL" clId="{1A4AF08E-6C5C-4A16-8853-A64C1F46A344}" dt="2024-04-18T20:15:26.278" v="52" actId="6549"/>
        <pc:sldMkLst>
          <pc:docMk/>
          <pc:sldMk cId="2177260033" sldId="256"/>
        </pc:sldMkLst>
        <pc:spChg chg="mod">
          <ac:chgData name="Mauro Scupilliti" userId="c5233846-6a49-42f0-908c-ed2d1327c83c" providerId="ADAL" clId="{1A4AF08E-6C5C-4A16-8853-A64C1F46A344}" dt="2024-04-18T20:15:26.278" v="52" actId="6549"/>
          <ac:spMkLst>
            <pc:docMk/>
            <pc:sldMk cId="2177260033" sldId="256"/>
            <ac:spMk id="4" creationId="{4910F095-1182-96F9-A11E-19BE28349DCC}"/>
          </ac:spMkLst>
        </pc:spChg>
        <pc:spChg chg="mod">
          <ac:chgData name="Mauro Scupilliti" userId="c5233846-6a49-42f0-908c-ed2d1327c83c" providerId="ADAL" clId="{1A4AF08E-6C5C-4A16-8853-A64C1F46A344}" dt="2024-04-18T20:13:44.627" v="9" actId="20577"/>
          <ac:spMkLst>
            <pc:docMk/>
            <pc:sldMk cId="2177260033" sldId="256"/>
            <ac:spMk id="5" creationId="{1D61D724-0903-2579-8158-A77845908A3C}"/>
          </ac:spMkLst>
        </pc:spChg>
      </pc:sldChg>
      <pc:sldChg chg="del">
        <pc:chgData name="Mauro Scupilliti" userId="c5233846-6a49-42f0-908c-ed2d1327c83c" providerId="ADAL" clId="{1A4AF08E-6C5C-4A16-8853-A64C1F46A344}" dt="2024-04-18T20:28:00.666" v="247" actId="2696"/>
        <pc:sldMkLst>
          <pc:docMk/>
          <pc:sldMk cId="2315712931" sldId="265"/>
        </pc:sldMkLst>
      </pc:sldChg>
      <pc:sldChg chg="del">
        <pc:chgData name="Mauro Scupilliti" userId="c5233846-6a49-42f0-908c-ed2d1327c83c" providerId="ADAL" clId="{1A4AF08E-6C5C-4A16-8853-A64C1F46A344}" dt="2024-04-18T20:31:33.991" v="394" actId="2696"/>
        <pc:sldMkLst>
          <pc:docMk/>
          <pc:sldMk cId="2977039519" sldId="267"/>
        </pc:sldMkLst>
      </pc:sldChg>
      <pc:sldChg chg="del">
        <pc:chgData name="Mauro Scupilliti" userId="c5233846-6a49-42f0-908c-ed2d1327c83c" providerId="ADAL" clId="{1A4AF08E-6C5C-4A16-8853-A64C1F46A344}" dt="2024-04-18T20:31:33.991" v="394" actId="2696"/>
        <pc:sldMkLst>
          <pc:docMk/>
          <pc:sldMk cId="1908898920" sldId="269"/>
        </pc:sldMkLst>
      </pc:sldChg>
      <pc:sldChg chg="addSp delSp modSp mod">
        <pc:chgData name="Mauro Scupilliti" userId="c5233846-6a49-42f0-908c-ed2d1327c83c" providerId="ADAL" clId="{1A4AF08E-6C5C-4A16-8853-A64C1F46A344}" dt="2024-04-18T20:31:22.781" v="393" actId="20577"/>
        <pc:sldMkLst>
          <pc:docMk/>
          <pc:sldMk cId="1400050816" sldId="272"/>
        </pc:sldMkLst>
        <pc:spChg chg="mod">
          <ac:chgData name="Mauro Scupilliti" userId="c5233846-6a49-42f0-908c-ed2d1327c83c" providerId="ADAL" clId="{1A4AF08E-6C5C-4A16-8853-A64C1F46A344}" dt="2024-04-18T20:31:22.781" v="393" actId="20577"/>
          <ac:spMkLst>
            <pc:docMk/>
            <pc:sldMk cId="1400050816" sldId="272"/>
            <ac:spMk id="3" creationId="{350855C8-0D9B-5DC0-64F5-8DBBA26D1A19}"/>
          </ac:spMkLst>
        </pc:spChg>
        <pc:spChg chg="add mod">
          <ac:chgData name="Mauro Scupilliti" userId="c5233846-6a49-42f0-908c-ed2d1327c83c" providerId="ADAL" clId="{1A4AF08E-6C5C-4A16-8853-A64C1F46A344}" dt="2024-04-18T20:30:23.228" v="333" actId="20577"/>
          <ac:spMkLst>
            <pc:docMk/>
            <pc:sldMk cId="1400050816" sldId="272"/>
            <ac:spMk id="7" creationId="{7133E2B1-7442-775C-6340-C1B9B70BDFB5}"/>
          </ac:spMkLst>
        </pc:spChg>
        <pc:spChg chg="mod">
          <ac:chgData name="Mauro Scupilliti" userId="c5233846-6a49-42f0-908c-ed2d1327c83c" providerId="ADAL" clId="{1A4AF08E-6C5C-4A16-8853-A64C1F46A344}" dt="2024-04-18T20:30:02.732" v="328" actId="1076"/>
          <ac:spMkLst>
            <pc:docMk/>
            <pc:sldMk cId="1400050816" sldId="272"/>
            <ac:spMk id="13" creationId="{4EF66146-A560-F2DC-5F53-4CD2F783007D}"/>
          </ac:spMkLst>
        </pc:spChg>
        <pc:spChg chg="mod">
          <ac:chgData name="Mauro Scupilliti" userId="c5233846-6a49-42f0-908c-ed2d1327c83c" providerId="ADAL" clId="{1A4AF08E-6C5C-4A16-8853-A64C1F46A344}" dt="2024-04-18T20:30:39.640" v="367" actId="1076"/>
          <ac:spMkLst>
            <pc:docMk/>
            <pc:sldMk cId="1400050816" sldId="272"/>
            <ac:spMk id="28" creationId="{2D5BABCE-93AD-A56D-77D9-CC6E7078ACC1}"/>
          </ac:spMkLst>
        </pc:spChg>
        <pc:picChg chg="del">
          <ac:chgData name="Mauro Scupilliti" userId="c5233846-6a49-42f0-908c-ed2d1327c83c" providerId="ADAL" clId="{1A4AF08E-6C5C-4A16-8853-A64C1F46A344}" dt="2024-04-18T20:28:15.980" v="248" actId="478"/>
          <ac:picMkLst>
            <pc:docMk/>
            <pc:sldMk cId="1400050816" sldId="272"/>
            <ac:picMk id="2" creationId="{502AE31F-5822-D475-C5F2-4C7DF76A822C}"/>
          </ac:picMkLst>
        </pc:picChg>
        <pc:picChg chg="mod">
          <ac:chgData name="Mauro Scupilliti" userId="c5233846-6a49-42f0-908c-ed2d1327c83c" providerId="ADAL" clId="{1A4AF08E-6C5C-4A16-8853-A64C1F46A344}" dt="2024-04-18T20:28:57.902" v="279" actId="1037"/>
          <ac:picMkLst>
            <pc:docMk/>
            <pc:sldMk cId="1400050816" sldId="272"/>
            <ac:picMk id="5" creationId="{FBD8104B-B653-6F16-7356-BFF2A0FD1784}"/>
          </ac:picMkLst>
        </pc:picChg>
        <pc:picChg chg="add mod">
          <ac:chgData name="Mauro Scupilliti" userId="c5233846-6a49-42f0-908c-ed2d1327c83c" providerId="ADAL" clId="{1A4AF08E-6C5C-4A16-8853-A64C1F46A344}" dt="2024-04-18T20:30:35.570" v="366" actId="1076"/>
          <ac:picMkLst>
            <pc:docMk/>
            <pc:sldMk cId="1400050816" sldId="272"/>
            <ac:picMk id="6" creationId="{0C2C67CE-404F-D6CB-47ED-C5C65DCE919B}"/>
          </ac:picMkLst>
        </pc:picChg>
      </pc:sldChg>
      <pc:sldChg chg="addSp delSp modSp mod delAnim">
        <pc:chgData name="Mauro Scupilliti" userId="c5233846-6a49-42f0-908c-ed2d1327c83c" providerId="ADAL" clId="{1A4AF08E-6C5C-4A16-8853-A64C1F46A344}" dt="2024-04-18T20:35:25.703" v="462" actId="1076"/>
        <pc:sldMkLst>
          <pc:docMk/>
          <pc:sldMk cId="3177974424" sldId="273"/>
        </pc:sldMkLst>
        <pc:spChg chg="mod">
          <ac:chgData name="Mauro Scupilliti" userId="c5233846-6a49-42f0-908c-ed2d1327c83c" providerId="ADAL" clId="{1A4AF08E-6C5C-4A16-8853-A64C1F46A344}" dt="2024-04-18T20:34:33.361" v="452" actId="1076"/>
          <ac:spMkLst>
            <pc:docMk/>
            <pc:sldMk cId="3177974424" sldId="273"/>
            <ac:spMk id="6" creationId="{60E82372-8521-E901-6EBC-3D13635E6BC1}"/>
          </ac:spMkLst>
        </pc:spChg>
        <pc:spChg chg="mod">
          <ac:chgData name="Mauro Scupilliti" userId="c5233846-6a49-42f0-908c-ed2d1327c83c" providerId="ADAL" clId="{1A4AF08E-6C5C-4A16-8853-A64C1F46A344}" dt="2024-04-18T20:35:19.382" v="461" actId="1076"/>
          <ac:spMkLst>
            <pc:docMk/>
            <pc:sldMk cId="3177974424" sldId="273"/>
            <ac:spMk id="7" creationId="{433D9770-5B69-E45B-D4B2-DD8ADF0A2E4E}"/>
          </ac:spMkLst>
        </pc:spChg>
        <pc:spChg chg="mod">
          <ac:chgData name="Mauro Scupilliti" userId="c5233846-6a49-42f0-908c-ed2d1327c83c" providerId="ADAL" clId="{1A4AF08E-6C5C-4A16-8853-A64C1F46A344}" dt="2024-04-18T20:34:40.258" v="453" actId="1076"/>
          <ac:spMkLst>
            <pc:docMk/>
            <pc:sldMk cId="3177974424" sldId="273"/>
            <ac:spMk id="14" creationId="{7A074466-20A7-6B46-5114-08047FD4A7E7}"/>
          </ac:spMkLst>
        </pc:spChg>
        <pc:spChg chg="mod">
          <ac:chgData name="Mauro Scupilliti" userId="c5233846-6a49-42f0-908c-ed2d1327c83c" providerId="ADAL" clId="{1A4AF08E-6C5C-4A16-8853-A64C1F46A344}" dt="2024-04-18T20:35:14.370" v="460" actId="1076"/>
          <ac:spMkLst>
            <pc:docMk/>
            <pc:sldMk cId="3177974424" sldId="273"/>
            <ac:spMk id="18" creationId="{75A0BDB9-2303-078F-2206-C216B417647D}"/>
          </ac:spMkLst>
        </pc:spChg>
        <pc:spChg chg="mod">
          <ac:chgData name="Mauro Scupilliti" userId="c5233846-6a49-42f0-908c-ed2d1327c83c" providerId="ADAL" clId="{1A4AF08E-6C5C-4A16-8853-A64C1F46A344}" dt="2024-04-18T20:35:25.703" v="462" actId="1076"/>
          <ac:spMkLst>
            <pc:docMk/>
            <pc:sldMk cId="3177974424" sldId="273"/>
            <ac:spMk id="19" creationId="{9467C5B6-D28F-D585-4F2F-FF4E7F0B35F9}"/>
          </ac:spMkLst>
        </pc:spChg>
        <pc:spChg chg="mod">
          <ac:chgData name="Mauro Scupilliti" userId="c5233846-6a49-42f0-908c-ed2d1327c83c" providerId="ADAL" clId="{1A4AF08E-6C5C-4A16-8853-A64C1F46A344}" dt="2024-04-18T20:34:26.999" v="451" actId="1036"/>
          <ac:spMkLst>
            <pc:docMk/>
            <pc:sldMk cId="3177974424" sldId="273"/>
            <ac:spMk id="26" creationId="{2401E367-32C1-3DC4-E683-35524005B93C}"/>
          </ac:spMkLst>
        </pc:spChg>
        <pc:picChg chg="del">
          <ac:chgData name="Mauro Scupilliti" userId="c5233846-6a49-42f0-908c-ed2d1327c83c" providerId="ADAL" clId="{1A4AF08E-6C5C-4A16-8853-A64C1F46A344}" dt="2024-04-18T20:32:22.619" v="397" actId="478"/>
          <ac:picMkLst>
            <pc:docMk/>
            <pc:sldMk cId="3177974424" sldId="273"/>
            <ac:picMk id="4" creationId="{B918CB56-D253-20C0-53C8-4C14C8B6FE97}"/>
          </ac:picMkLst>
        </pc:picChg>
        <pc:picChg chg="add mod ord">
          <ac:chgData name="Mauro Scupilliti" userId="c5233846-6a49-42f0-908c-ed2d1327c83c" providerId="ADAL" clId="{1A4AF08E-6C5C-4A16-8853-A64C1F46A344}" dt="2024-04-18T20:32:45.554" v="403" actId="1037"/>
          <ac:picMkLst>
            <pc:docMk/>
            <pc:sldMk cId="3177974424" sldId="273"/>
            <ac:picMk id="5" creationId="{83523BF6-ACFF-E970-8825-100AED079548}"/>
          </ac:picMkLst>
        </pc:picChg>
        <pc:cxnChg chg="mod">
          <ac:chgData name="Mauro Scupilliti" userId="c5233846-6a49-42f0-908c-ed2d1327c83c" providerId="ADAL" clId="{1A4AF08E-6C5C-4A16-8853-A64C1F46A344}" dt="2024-04-18T20:35:14.370" v="460" actId="1076"/>
          <ac:cxnSpMkLst>
            <pc:docMk/>
            <pc:sldMk cId="3177974424" sldId="273"/>
            <ac:cxnSpMk id="8" creationId="{339CD8BE-1725-C89F-BD58-7072B17C004A}"/>
          </ac:cxnSpMkLst>
        </pc:cxnChg>
        <pc:cxnChg chg="mod">
          <ac:chgData name="Mauro Scupilliti" userId="c5233846-6a49-42f0-908c-ed2d1327c83c" providerId="ADAL" clId="{1A4AF08E-6C5C-4A16-8853-A64C1F46A344}" dt="2024-04-18T20:35:19.382" v="461" actId="1076"/>
          <ac:cxnSpMkLst>
            <pc:docMk/>
            <pc:sldMk cId="3177974424" sldId="273"/>
            <ac:cxnSpMk id="9" creationId="{02FC86BB-AF1B-9E8B-7B14-46A5F872FE06}"/>
          </ac:cxnSpMkLst>
        </pc:cxnChg>
        <pc:cxnChg chg="add mod">
          <ac:chgData name="Mauro Scupilliti" userId="c5233846-6a49-42f0-908c-ed2d1327c83c" providerId="ADAL" clId="{1A4AF08E-6C5C-4A16-8853-A64C1F46A344}" dt="2024-04-18T20:34:58.320" v="457" actId="14100"/>
          <ac:cxnSpMkLst>
            <pc:docMk/>
            <pc:sldMk cId="3177974424" sldId="273"/>
            <ac:cxnSpMk id="12" creationId="{38176297-0AC2-E516-3BF3-979EC6E6D536}"/>
          </ac:cxnSpMkLst>
        </pc:cxnChg>
        <pc:cxnChg chg="add mod">
          <ac:chgData name="Mauro Scupilliti" userId="c5233846-6a49-42f0-908c-ed2d1327c83c" providerId="ADAL" clId="{1A4AF08E-6C5C-4A16-8853-A64C1F46A344}" dt="2024-04-18T20:35:04.594" v="459" actId="14100"/>
          <ac:cxnSpMkLst>
            <pc:docMk/>
            <pc:sldMk cId="3177974424" sldId="273"/>
            <ac:cxnSpMk id="13" creationId="{C44B50D1-1C1E-9D98-84CE-5AA7CD8A74A9}"/>
          </ac:cxnSpMkLst>
        </pc:cxnChg>
        <pc:cxnChg chg="mod">
          <ac:chgData name="Mauro Scupilliti" userId="c5233846-6a49-42f0-908c-ed2d1327c83c" providerId="ADAL" clId="{1A4AF08E-6C5C-4A16-8853-A64C1F46A344}" dt="2024-04-18T20:34:40.258" v="453" actId="1076"/>
          <ac:cxnSpMkLst>
            <pc:docMk/>
            <pc:sldMk cId="3177974424" sldId="273"/>
            <ac:cxnSpMk id="15" creationId="{51A6C6B8-68DE-0727-0CD2-A1F729088110}"/>
          </ac:cxnSpMkLst>
        </pc:cxnChg>
        <pc:cxnChg chg="mod">
          <ac:chgData name="Mauro Scupilliti" userId="c5233846-6a49-42f0-908c-ed2d1327c83c" providerId="ADAL" clId="{1A4AF08E-6C5C-4A16-8853-A64C1F46A344}" dt="2024-04-18T20:34:40.258" v="453" actId="1076"/>
          <ac:cxnSpMkLst>
            <pc:docMk/>
            <pc:sldMk cId="3177974424" sldId="273"/>
            <ac:cxnSpMk id="16" creationId="{3D2BADDC-2921-A58A-BBF9-2F8B1707CD67}"/>
          </ac:cxnSpMkLst>
        </pc:cxnChg>
        <pc:cxnChg chg="mod">
          <ac:chgData name="Mauro Scupilliti" userId="c5233846-6a49-42f0-908c-ed2d1327c83c" providerId="ADAL" clId="{1A4AF08E-6C5C-4A16-8853-A64C1F46A344}" dt="2024-04-18T20:34:33.361" v="452" actId="1076"/>
          <ac:cxnSpMkLst>
            <pc:docMk/>
            <pc:sldMk cId="3177974424" sldId="273"/>
            <ac:cxnSpMk id="17" creationId="{E68A0184-6E08-447F-163B-6A5A82F9C358}"/>
          </ac:cxnSpMkLst>
        </pc:cxnChg>
        <pc:cxnChg chg="mod">
          <ac:chgData name="Mauro Scupilliti" userId="c5233846-6a49-42f0-908c-ed2d1327c83c" providerId="ADAL" clId="{1A4AF08E-6C5C-4A16-8853-A64C1F46A344}" dt="2024-04-18T20:35:25.703" v="462" actId="1076"/>
          <ac:cxnSpMkLst>
            <pc:docMk/>
            <pc:sldMk cId="3177974424" sldId="273"/>
            <ac:cxnSpMk id="20" creationId="{14E3CF37-EDFE-A890-4563-564899922EC6}"/>
          </ac:cxnSpMkLst>
        </pc:cxnChg>
        <pc:cxnChg chg="mod">
          <ac:chgData name="Mauro Scupilliti" userId="c5233846-6a49-42f0-908c-ed2d1327c83c" providerId="ADAL" clId="{1A4AF08E-6C5C-4A16-8853-A64C1F46A344}" dt="2024-04-18T20:33:48.038" v="405" actId="692"/>
          <ac:cxnSpMkLst>
            <pc:docMk/>
            <pc:sldMk cId="3177974424" sldId="273"/>
            <ac:cxnSpMk id="21" creationId="{7C45653C-3AF4-D99B-210C-B3F02FA9D54D}"/>
          </ac:cxnSpMkLst>
        </pc:cxnChg>
        <pc:cxnChg chg="mod">
          <ac:chgData name="Mauro Scupilliti" userId="c5233846-6a49-42f0-908c-ed2d1327c83c" providerId="ADAL" clId="{1A4AF08E-6C5C-4A16-8853-A64C1F46A344}" dt="2024-04-18T20:33:42.628" v="404" actId="692"/>
          <ac:cxnSpMkLst>
            <pc:docMk/>
            <pc:sldMk cId="3177974424" sldId="273"/>
            <ac:cxnSpMk id="22" creationId="{C8238C4E-01F8-05AC-3456-67B572BA88D0}"/>
          </ac:cxnSpMkLst>
        </pc:cxnChg>
        <pc:cxnChg chg="del">
          <ac:chgData name="Mauro Scupilliti" userId="c5233846-6a49-42f0-908c-ed2d1327c83c" providerId="ADAL" clId="{1A4AF08E-6C5C-4A16-8853-A64C1F46A344}" dt="2024-04-18T20:31:41.700" v="396" actId="478"/>
          <ac:cxnSpMkLst>
            <pc:docMk/>
            <pc:sldMk cId="3177974424" sldId="273"/>
            <ac:cxnSpMk id="23" creationId="{F5B63E12-AD2F-016F-68B8-2B560968DF98}"/>
          </ac:cxnSpMkLst>
        </pc:cxnChg>
        <pc:cxnChg chg="del">
          <ac:chgData name="Mauro Scupilliti" userId="c5233846-6a49-42f0-908c-ed2d1327c83c" providerId="ADAL" clId="{1A4AF08E-6C5C-4A16-8853-A64C1F46A344}" dt="2024-04-18T20:31:40.471" v="395" actId="478"/>
          <ac:cxnSpMkLst>
            <pc:docMk/>
            <pc:sldMk cId="3177974424" sldId="273"/>
            <ac:cxnSpMk id="24" creationId="{D320C1FD-41A2-E307-7642-09A2C1F08B99}"/>
          </ac:cxnSpMkLst>
        </pc:cxnChg>
        <pc:cxnChg chg="mod">
          <ac:chgData name="Mauro Scupilliti" userId="c5233846-6a49-42f0-908c-ed2d1327c83c" providerId="ADAL" clId="{1A4AF08E-6C5C-4A16-8853-A64C1F46A344}" dt="2024-04-18T20:34:26.999" v="451" actId="1036"/>
          <ac:cxnSpMkLst>
            <pc:docMk/>
            <pc:sldMk cId="3177974424" sldId="273"/>
            <ac:cxnSpMk id="25" creationId="{027ED073-114E-33D2-BE7D-0417F6F205ED}"/>
          </ac:cxnSpMkLst>
        </pc:cxnChg>
      </pc:sldChg>
      <pc:sldChg chg="del">
        <pc:chgData name="Mauro Scupilliti" userId="c5233846-6a49-42f0-908c-ed2d1327c83c" providerId="ADAL" clId="{1A4AF08E-6C5C-4A16-8853-A64C1F46A344}" dt="2024-04-18T20:31:33.991" v="394" actId="2696"/>
        <pc:sldMkLst>
          <pc:docMk/>
          <pc:sldMk cId="3070229563" sldId="274"/>
        </pc:sldMkLst>
      </pc:sldChg>
      <pc:sldChg chg="del">
        <pc:chgData name="Mauro Scupilliti" userId="c5233846-6a49-42f0-908c-ed2d1327c83c" providerId="ADAL" clId="{1A4AF08E-6C5C-4A16-8853-A64C1F46A344}" dt="2024-04-18T20:31:33.991" v="394" actId="2696"/>
        <pc:sldMkLst>
          <pc:docMk/>
          <pc:sldMk cId="1553888973" sldId="275"/>
        </pc:sldMkLst>
      </pc:sldChg>
      <pc:sldChg chg="del">
        <pc:chgData name="Mauro Scupilliti" userId="c5233846-6a49-42f0-908c-ed2d1327c83c" providerId="ADAL" clId="{1A4AF08E-6C5C-4A16-8853-A64C1F46A344}" dt="2024-04-18T20:31:33.991" v="394" actId="2696"/>
        <pc:sldMkLst>
          <pc:docMk/>
          <pc:sldMk cId="3465705968" sldId="276"/>
        </pc:sldMkLst>
      </pc:sldChg>
      <pc:sldChg chg="addSp delSp modSp new mod">
        <pc:chgData name="Mauro Scupilliti" userId="c5233846-6a49-42f0-908c-ed2d1327c83c" providerId="ADAL" clId="{1A4AF08E-6C5C-4A16-8853-A64C1F46A344}" dt="2024-04-18T20:27:51.191" v="246" actId="20577"/>
        <pc:sldMkLst>
          <pc:docMk/>
          <pc:sldMk cId="1229355296" sldId="277"/>
        </pc:sldMkLst>
        <pc:spChg chg="add mod">
          <ac:chgData name="Mauro Scupilliti" userId="c5233846-6a49-42f0-908c-ed2d1327c83c" providerId="ADAL" clId="{1A4AF08E-6C5C-4A16-8853-A64C1F46A344}" dt="2024-04-18T20:24:31.922" v="141" actId="1036"/>
          <ac:spMkLst>
            <pc:docMk/>
            <pc:sldMk cId="1229355296" sldId="277"/>
            <ac:spMk id="10" creationId="{E79ACAB2-B86C-3555-3211-348489F753EF}"/>
          </ac:spMkLst>
        </pc:spChg>
        <pc:spChg chg="add mod">
          <ac:chgData name="Mauro Scupilliti" userId="c5233846-6a49-42f0-908c-ed2d1327c83c" providerId="ADAL" clId="{1A4AF08E-6C5C-4A16-8853-A64C1F46A344}" dt="2024-04-18T20:25:52.250" v="165" actId="20577"/>
          <ac:spMkLst>
            <pc:docMk/>
            <pc:sldMk cId="1229355296" sldId="277"/>
            <ac:spMk id="11" creationId="{1210296F-635A-CE27-FCA2-31128F670DD8}"/>
          </ac:spMkLst>
        </pc:spChg>
        <pc:spChg chg="add mod">
          <ac:chgData name="Mauro Scupilliti" userId="c5233846-6a49-42f0-908c-ed2d1327c83c" providerId="ADAL" clId="{1A4AF08E-6C5C-4A16-8853-A64C1F46A344}" dt="2024-04-18T20:24:31.922" v="141" actId="1036"/>
          <ac:spMkLst>
            <pc:docMk/>
            <pc:sldMk cId="1229355296" sldId="277"/>
            <ac:spMk id="12" creationId="{4EEED2CA-E80B-AB8D-8814-BCED574452C8}"/>
          </ac:spMkLst>
        </pc:spChg>
        <pc:spChg chg="add mod">
          <ac:chgData name="Mauro Scupilliti" userId="c5233846-6a49-42f0-908c-ed2d1327c83c" providerId="ADAL" clId="{1A4AF08E-6C5C-4A16-8853-A64C1F46A344}" dt="2024-04-18T20:24:31.922" v="141" actId="1036"/>
          <ac:spMkLst>
            <pc:docMk/>
            <pc:sldMk cId="1229355296" sldId="277"/>
            <ac:spMk id="13" creationId="{47E400F7-9282-628E-F1C4-D5D6B6D00841}"/>
          </ac:spMkLst>
        </pc:spChg>
        <pc:spChg chg="add mod">
          <ac:chgData name="Mauro Scupilliti" userId="c5233846-6a49-42f0-908c-ed2d1327c83c" providerId="ADAL" clId="{1A4AF08E-6C5C-4A16-8853-A64C1F46A344}" dt="2024-04-18T20:26:02.785" v="167" actId="20577"/>
          <ac:spMkLst>
            <pc:docMk/>
            <pc:sldMk cId="1229355296" sldId="277"/>
            <ac:spMk id="14" creationId="{F2278CD0-9B23-338B-7F9B-974EDC4E1460}"/>
          </ac:spMkLst>
        </pc:spChg>
        <pc:spChg chg="add mod">
          <ac:chgData name="Mauro Scupilliti" userId="c5233846-6a49-42f0-908c-ed2d1327c83c" providerId="ADAL" clId="{1A4AF08E-6C5C-4A16-8853-A64C1F46A344}" dt="2024-04-18T20:25:30.365" v="154" actId="20577"/>
          <ac:spMkLst>
            <pc:docMk/>
            <pc:sldMk cId="1229355296" sldId="277"/>
            <ac:spMk id="15" creationId="{A1DC3111-8DAE-4427-676F-21D5C3CB51C2}"/>
          </ac:spMkLst>
        </pc:spChg>
        <pc:spChg chg="add mod">
          <ac:chgData name="Mauro Scupilliti" userId="c5233846-6a49-42f0-908c-ed2d1327c83c" providerId="ADAL" clId="{1A4AF08E-6C5C-4A16-8853-A64C1F46A344}" dt="2024-04-18T20:26:31.078" v="171" actId="20577"/>
          <ac:spMkLst>
            <pc:docMk/>
            <pc:sldMk cId="1229355296" sldId="277"/>
            <ac:spMk id="16" creationId="{D59B996A-B3E6-B6F4-54BC-C35DBAE96876}"/>
          </ac:spMkLst>
        </pc:spChg>
        <pc:spChg chg="add mod">
          <ac:chgData name="Mauro Scupilliti" userId="c5233846-6a49-42f0-908c-ed2d1327c83c" providerId="ADAL" clId="{1A4AF08E-6C5C-4A16-8853-A64C1F46A344}" dt="2024-04-18T20:27:51.191" v="246" actId="20577"/>
          <ac:spMkLst>
            <pc:docMk/>
            <pc:sldMk cId="1229355296" sldId="277"/>
            <ac:spMk id="17" creationId="{DDCCF2CB-BE46-FB6C-40B4-ED6088185D33}"/>
          </ac:spMkLst>
        </pc:spChg>
        <pc:picChg chg="add mod">
          <ac:chgData name="Mauro Scupilliti" userId="c5233846-6a49-42f0-908c-ed2d1327c83c" providerId="ADAL" clId="{1A4AF08E-6C5C-4A16-8853-A64C1F46A344}" dt="2024-04-18T20:24:31.922" v="141" actId="1036"/>
          <ac:picMkLst>
            <pc:docMk/>
            <pc:sldMk cId="1229355296" sldId="277"/>
            <ac:picMk id="2" creationId="{0F08D713-AC20-28E7-8505-962DBE7CA922}"/>
          </ac:picMkLst>
        </pc:picChg>
        <pc:picChg chg="add mod">
          <ac:chgData name="Mauro Scupilliti" userId="c5233846-6a49-42f0-908c-ed2d1327c83c" providerId="ADAL" clId="{1A4AF08E-6C5C-4A16-8853-A64C1F46A344}" dt="2024-04-18T20:24:31.922" v="141" actId="1036"/>
          <ac:picMkLst>
            <pc:docMk/>
            <pc:sldMk cId="1229355296" sldId="277"/>
            <ac:picMk id="3" creationId="{13638D9E-C8B5-C8F2-5C11-A2413E23A7D2}"/>
          </ac:picMkLst>
        </pc:picChg>
        <pc:picChg chg="add mod">
          <ac:chgData name="Mauro Scupilliti" userId="c5233846-6a49-42f0-908c-ed2d1327c83c" providerId="ADAL" clId="{1A4AF08E-6C5C-4A16-8853-A64C1F46A344}" dt="2024-04-18T20:24:31.922" v="141" actId="1036"/>
          <ac:picMkLst>
            <pc:docMk/>
            <pc:sldMk cId="1229355296" sldId="277"/>
            <ac:picMk id="5" creationId="{0F08D713-AC20-28E7-8505-962DBE7CA922}"/>
          </ac:picMkLst>
        </pc:picChg>
        <pc:picChg chg="add del mod">
          <ac:chgData name="Mauro Scupilliti" userId="c5233846-6a49-42f0-908c-ed2d1327c83c" providerId="ADAL" clId="{1A4AF08E-6C5C-4A16-8853-A64C1F46A344}" dt="2024-04-18T20:17:43.725" v="99" actId="478"/>
          <ac:picMkLst>
            <pc:docMk/>
            <pc:sldMk cId="1229355296" sldId="277"/>
            <ac:picMk id="6" creationId="{13638D9E-C8B5-C8F2-5C11-A2413E23A7D2}"/>
          </ac:picMkLst>
        </pc:picChg>
        <pc:picChg chg="add mod">
          <ac:chgData name="Mauro Scupilliti" userId="c5233846-6a49-42f0-908c-ed2d1327c83c" providerId="ADAL" clId="{1A4AF08E-6C5C-4A16-8853-A64C1F46A344}" dt="2024-04-18T20:24:31.922" v="141" actId="1036"/>
          <ac:picMkLst>
            <pc:docMk/>
            <pc:sldMk cId="1229355296" sldId="277"/>
            <ac:picMk id="9" creationId="{8AEB4E0E-D9C2-E65E-770F-3078F4387B4F}"/>
          </ac:picMkLst>
        </pc:picChg>
        <pc:cxnChg chg="add mod">
          <ac:chgData name="Mauro Scupilliti" userId="c5233846-6a49-42f0-908c-ed2d1327c83c" providerId="ADAL" clId="{1A4AF08E-6C5C-4A16-8853-A64C1F46A344}" dt="2024-04-18T20:24:31.922" v="141" actId="1036"/>
          <ac:cxnSpMkLst>
            <pc:docMk/>
            <pc:sldMk cId="1229355296" sldId="277"/>
            <ac:cxnSpMk id="4" creationId="{45F4F6B6-29F7-62DE-600B-3AB726221685}"/>
          </ac:cxnSpMkLst>
        </pc:cxnChg>
        <pc:cxnChg chg="add mod">
          <ac:chgData name="Mauro Scupilliti" userId="c5233846-6a49-42f0-908c-ed2d1327c83c" providerId="ADAL" clId="{1A4AF08E-6C5C-4A16-8853-A64C1F46A344}" dt="2024-04-18T20:24:31.922" v="141" actId="1036"/>
          <ac:cxnSpMkLst>
            <pc:docMk/>
            <pc:sldMk cId="1229355296" sldId="277"/>
            <ac:cxnSpMk id="7" creationId="{45F4F6B6-29F7-62DE-600B-3AB726221685}"/>
          </ac:cxnSpMkLst>
        </pc:cxnChg>
      </pc:sldChg>
      <pc:sldChg chg="new del">
        <pc:chgData name="Mauro Scupilliti" userId="c5233846-6a49-42f0-908c-ed2d1327c83c" providerId="ADAL" clId="{1A4AF08E-6C5C-4A16-8853-A64C1F46A344}" dt="2024-04-18T20:35:40.754" v="464" actId="2696"/>
        <pc:sldMkLst>
          <pc:docMk/>
          <pc:sldMk cId="1401757999" sldId="278"/>
        </pc:sldMkLst>
      </pc:sldChg>
      <pc:sldChg chg="addSp delSp modSp add mod delAnim modAnim">
        <pc:chgData name="Mauro Scupilliti" userId="c5233846-6a49-42f0-908c-ed2d1327c83c" providerId="ADAL" clId="{1A4AF08E-6C5C-4A16-8853-A64C1F46A344}" dt="2024-04-19T08:57:42.255" v="1142" actId="14100"/>
        <pc:sldMkLst>
          <pc:docMk/>
          <pc:sldMk cId="2831248364" sldId="278"/>
        </pc:sldMkLst>
        <pc:spChg chg="mod">
          <ac:chgData name="Mauro Scupilliti" userId="c5233846-6a49-42f0-908c-ed2d1327c83c" providerId="ADAL" clId="{1A4AF08E-6C5C-4A16-8853-A64C1F46A344}" dt="2024-04-18T21:01:35.964" v="1107" actId="20577"/>
          <ac:spMkLst>
            <pc:docMk/>
            <pc:sldMk cId="2831248364" sldId="278"/>
            <ac:spMk id="3" creationId="{350855C8-0D9B-5DC0-64F5-8DBBA26D1A19}"/>
          </ac:spMkLst>
        </pc:spChg>
        <pc:spChg chg="del mod">
          <ac:chgData name="Mauro Scupilliti" userId="c5233846-6a49-42f0-908c-ed2d1327c83c" providerId="ADAL" clId="{1A4AF08E-6C5C-4A16-8853-A64C1F46A344}" dt="2024-04-18T20:40:23.603" v="545" actId="478"/>
          <ac:spMkLst>
            <pc:docMk/>
            <pc:sldMk cId="2831248364" sldId="278"/>
            <ac:spMk id="6" creationId="{60E82372-8521-E901-6EBC-3D13635E6BC1}"/>
          </ac:spMkLst>
        </pc:spChg>
        <pc:spChg chg="del mod">
          <ac:chgData name="Mauro Scupilliti" userId="c5233846-6a49-42f0-908c-ed2d1327c83c" providerId="ADAL" clId="{1A4AF08E-6C5C-4A16-8853-A64C1F46A344}" dt="2024-04-18T20:40:10.689" v="533" actId="478"/>
          <ac:spMkLst>
            <pc:docMk/>
            <pc:sldMk cId="2831248364" sldId="278"/>
            <ac:spMk id="7" creationId="{433D9770-5B69-E45B-D4B2-DD8ADF0A2E4E}"/>
          </ac:spMkLst>
        </pc:spChg>
        <pc:spChg chg="del">
          <ac:chgData name="Mauro Scupilliti" userId="c5233846-6a49-42f0-908c-ed2d1327c83c" providerId="ADAL" clId="{1A4AF08E-6C5C-4A16-8853-A64C1F46A344}" dt="2024-04-18T20:40:13.532" v="535" actId="478"/>
          <ac:spMkLst>
            <pc:docMk/>
            <pc:sldMk cId="2831248364" sldId="278"/>
            <ac:spMk id="10" creationId="{00BC8DEC-6423-3131-4D84-257836323414}"/>
          </ac:spMkLst>
        </pc:spChg>
        <pc:spChg chg="mod">
          <ac:chgData name="Mauro Scupilliti" userId="c5233846-6a49-42f0-908c-ed2d1327c83c" providerId="ADAL" clId="{1A4AF08E-6C5C-4A16-8853-A64C1F46A344}" dt="2024-04-19T08:57:42.255" v="1142" actId="14100"/>
          <ac:spMkLst>
            <pc:docMk/>
            <pc:sldMk cId="2831248364" sldId="278"/>
            <ac:spMk id="14" creationId="{7A074466-20A7-6B46-5114-08047FD4A7E7}"/>
          </ac:spMkLst>
        </pc:spChg>
        <pc:spChg chg="del">
          <ac:chgData name="Mauro Scupilliti" userId="c5233846-6a49-42f0-908c-ed2d1327c83c" providerId="ADAL" clId="{1A4AF08E-6C5C-4A16-8853-A64C1F46A344}" dt="2024-04-18T20:40:11.819" v="534" actId="478"/>
          <ac:spMkLst>
            <pc:docMk/>
            <pc:sldMk cId="2831248364" sldId="278"/>
            <ac:spMk id="18" creationId="{75A0BDB9-2303-078F-2206-C216B417647D}"/>
          </ac:spMkLst>
        </pc:spChg>
        <pc:spChg chg="del">
          <ac:chgData name="Mauro Scupilliti" userId="c5233846-6a49-42f0-908c-ed2d1327c83c" providerId="ADAL" clId="{1A4AF08E-6C5C-4A16-8853-A64C1F46A344}" dt="2024-04-18T20:40:15.274" v="536" actId="478"/>
          <ac:spMkLst>
            <pc:docMk/>
            <pc:sldMk cId="2831248364" sldId="278"/>
            <ac:spMk id="19" creationId="{9467C5B6-D28F-D585-4F2F-FF4E7F0B35F9}"/>
          </ac:spMkLst>
        </pc:spChg>
        <pc:spChg chg="del mod">
          <ac:chgData name="Mauro Scupilliti" userId="c5233846-6a49-42f0-908c-ed2d1327c83c" providerId="ADAL" clId="{1A4AF08E-6C5C-4A16-8853-A64C1F46A344}" dt="2024-04-18T20:40:25.690" v="547" actId="478"/>
          <ac:spMkLst>
            <pc:docMk/>
            <pc:sldMk cId="2831248364" sldId="278"/>
            <ac:spMk id="26" creationId="{2401E367-32C1-3DC4-E683-35524005B93C}"/>
          </ac:spMkLst>
        </pc:spChg>
        <pc:spChg chg="add mod">
          <ac:chgData name="Mauro Scupilliti" userId="c5233846-6a49-42f0-908c-ed2d1327c83c" providerId="ADAL" clId="{1A4AF08E-6C5C-4A16-8853-A64C1F46A344}" dt="2024-04-18T21:05:41.288" v="1132" actId="20577"/>
          <ac:spMkLst>
            <pc:docMk/>
            <pc:sldMk cId="2831248364" sldId="278"/>
            <ac:spMk id="30" creationId="{16298B2B-86D9-38E5-9533-89CB0382D0AC}"/>
          </ac:spMkLst>
        </pc:spChg>
        <pc:spChg chg="add del mod">
          <ac:chgData name="Mauro Scupilliti" userId="c5233846-6a49-42f0-908c-ed2d1327c83c" providerId="ADAL" clId="{1A4AF08E-6C5C-4A16-8853-A64C1F46A344}" dt="2024-04-18T20:53:54.114" v="969"/>
          <ac:spMkLst>
            <pc:docMk/>
            <pc:sldMk cId="2831248364" sldId="278"/>
            <ac:spMk id="38" creationId="{102257A5-97E3-5344-580D-D07C904C03D6}"/>
          </ac:spMkLst>
        </pc:spChg>
        <pc:spChg chg="add mod">
          <ac:chgData name="Mauro Scupilliti" userId="c5233846-6a49-42f0-908c-ed2d1327c83c" providerId="ADAL" clId="{1A4AF08E-6C5C-4A16-8853-A64C1F46A344}" dt="2024-04-18T20:56:43.378" v="983" actId="1076"/>
          <ac:spMkLst>
            <pc:docMk/>
            <pc:sldMk cId="2831248364" sldId="278"/>
            <ac:spMk id="39" creationId="{C03DF8BC-AF24-F371-6536-4E91D576E39D}"/>
          </ac:spMkLst>
        </pc:spChg>
        <pc:spChg chg="add mod">
          <ac:chgData name="Mauro Scupilliti" userId="c5233846-6a49-42f0-908c-ed2d1327c83c" providerId="ADAL" clId="{1A4AF08E-6C5C-4A16-8853-A64C1F46A344}" dt="2024-04-18T20:59:14.242" v="1086" actId="14100"/>
          <ac:spMkLst>
            <pc:docMk/>
            <pc:sldMk cId="2831248364" sldId="278"/>
            <ac:spMk id="48" creationId="{BDB1BCD1-3569-A746-D989-6583D57B6691}"/>
          </ac:spMkLst>
        </pc:spChg>
        <pc:grpChg chg="add mod">
          <ac:chgData name="Mauro Scupilliti" userId="c5233846-6a49-42f0-908c-ed2d1327c83c" providerId="ADAL" clId="{1A4AF08E-6C5C-4A16-8853-A64C1F46A344}" dt="2024-04-18T20:37:24.721" v="490" actId="164"/>
          <ac:grpSpMkLst>
            <pc:docMk/>
            <pc:sldMk cId="2831248364" sldId="278"/>
            <ac:grpSpMk id="23" creationId="{121407D3-2817-A2D6-DB19-F42C0ADABFEE}"/>
          </ac:grpSpMkLst>
        </pc:grpChg>
        <pc:grpChg chg="add mod">
          <ac:chgData name="Mauro Scupilliti" userId="c5233846-6a49-42f0-908c-ed2d1327c83c" providerId="ADAL" clId="{1A4AF08E-6C5C-4A16-8853-A64C1F46A344}" dt="2024-04-18T20:37:38.800" v="493" actId="1076"/>
          <ac:grpSpMkLst>
            <pc:docMk/>
            <pc:sldMk cId="2831248364" sldId="278"/>
            <ac:grpSpMk id="24" creationId="{D163E076-4B5F-6FEB-210A-2EE01ABC99EB}"/>
          </ac:grpSpMkLst>
        </pc:grpChg>
        <pc:grpChg chg="add mod">
          <ac:chgData name="Mauro Scupilliti" userId="c5233846-6a49-42f0-908c-ed2d1327c83c" providerId="ADAL" clId="{1A4AF08E-6C5C-4A16-8853-A64C1F46A344}" dt="2024-04-18T20:45:40.338" v="715" actId="164"/>
          <ac:grpSpMkLst>
            <pc:docMk/>
            <pc:sldMk cId="2831248364" sldId="278"/>
            <ac:grpSpMk id="31" creationId="{44FDACE8-E1DA-9903-713C-BC3EC0F34D89}"/>
          </ac:grpSpMkLst>
        </pc:grpChg>
        <pc:grpChg chg="add mod">
          <ac:chgData name="Mauro Scupilliti" userId="c5233846-6a49-42f0-908c-ed2d1327c83c" providerId="ADAL" clId="{1A4AF08E-6C5C-4A16-8853-A64C1F46A344}" dt="2024-04-18T20:45:40.338" v="715" actId="164"/>
          <ac:grpSpMkLst>
            <pc:docMk/>
            <pc:sldMk cId="2831248364" sldId="278"/>
            <ac:grpSpMk id="36" creationId="{F8256F7A-5A6D-64B6-C1FF-7052A96F966C}"/>
          </ac:grpSpMkLst>
        </pc:grpChg>
        <pc:cxnChg chg="add mod">
          <ac:chgData name="Mauro Scupilliti" userId="c5233846-6a49-42f0-908c-ed2d1327c83c" providerId="ADAL" clId="{1A4AF08E-6C5C-4A16-8853-A64C1F46A344}" dt="2024-04-18T20:37:24.721" v="490" actId="164"/>
          <ac:cxnSpMkLst>
            <pc:docMk/>
            <pc:sldMk cId="2831248364" sldId="278"/>
            <ac:cxnSpMk id="2" creationId="{676DE7AA-66E8-D794-8EFC-7A2A8DF8B8E3}"/>
          </ac:cxnSpMkLst>
        </pc:cxnChg>
        <pc:cxnChg chg="add mod">
          <ac:chgData name="Mauro Scupilliti" userId="c5233846-6a49-42f0-908c-ed2d1327c83c" providerId="ADAL" clId="{1A4AF08E-6C5C-4A16-8853-A64C1F46A344}" dt="2024-04-18T20:37:24.721" v="490" actId="164"/>
          <ac:cxnSpMkLst>
            <pc:docMk/>
            <pc:sldMk cId="2831248364" sldId="278"/>
            <ac:cxnSpMk id="4" creationId="{2CA8514C-EA18-EE87-C79C-FE7D00F23131}"/>
          </ac:cxnSpMkLst>
        </pc:cxnChg>
        <pc:cxnChg chg="del">
          <ac:chgData name="Mauro Scupilliti" userId="c5233846-6a49-42f0-908c-ed2d1327c83c" providerId="ADAL" clId="{1A4AF08E-6C5C-4A16-8853-A64C1F46A344}" dt="2024-04-18T20:40:06.671" v="530" actId="478"/>
          <ac:cxnSpMkLst>
            <pc:docMk/>
            <pc:sldMk cId="2831248364" sldId="278"/>
            <ac:cxnSpMk id="8" creationId="{339CD8BE-1725-C89F-BD58-7072B17C004A}"/>
          </ac:cxnSpMkLst>
        </pc:cxnChg>
        <pc:cxnChg chg="del">
          <ac:chgData name="Mauro Scupilliti" userId="c5233846-6a49-42f0-908c-ed2d1327c83c" providerId="ADAL" clId="{1A4AF08E-6C5C-4A16-8853-A64C1F46A344}" dt="2024-04-18T20:40:07.869" v="531" actId="478"/>
          <ac:cxnSpMkLst>
            <pc:docMk/>
            <pc:sldMk cId="2831248364" sldId="278"/>
            <ac:cxnSpMk id="9" creationId="{02FC86BB-AF1B-9E8B-7B14-46A5F872FE06}"/>
          </ac:cxnSpMkLst>
        </pc:cxnChg>
        <pc:cxnChg chg="del">
          <ac:chgData name="Mauro Scupilliti" userId="c5233846-6a49-42f0-908c-ed2d1327c83c" providerId="ADAL" clId="{1A4AF08E-6C5C-4A16-8853-A64C1F46A344}" dt="2024-04-18T20:40:16.893" v="538" actId="478"/>
          <ac:cxnSpMkLst>
            <pc:docMk/>
            <pc:sldMk cId="2831248364" sldId="278"/>
            <ac:cxnSpMk id="11" creationId="{2105AB87-3F61-9ED2-FE21-7CC26C7715B8}"/>
          </ac:cxnSpMkLst>
        </pc:cxnChg>
        <pc:cxnChg chg="del mod ord">
          <ac:chgData name="Mauro Scupilliti" userId="c5233846-6a49-42f0-908c-ed2d1327c83c" providerId="ADAL" clId="{1A4AF08E-6C5C-4A16-8853-A64C1F46A344}" dt="2024-04-18T20:40:18.907" v="540" actId="478"/>
          <ac:cxnSpMkLst>
            <pc:docMk/>
            <pc:sldMk cId="2831248364" sldId="278"/>
            <ac:cxnSpMk id="12" creationId="{38176297-0AC2-E516-3BF3-979EC6E6D536}"/>
          </ac:cxnSpMkLst>
        </pc:cxnChg>
        <pc:cxnChg chg="del mod ord">
          <ac:chgData name="Mauro Scupilliti" userId="c5233846-6a49-42f0-908c-ed2d1327c83c" providerId="ADAL" clId="{1A4AF08E-6C5C-4A16-8853-A64C1F46A344}" dt="2024-04-18T20:40:18.116" v="539" actId="478"/>
          <ac:cxnSpMkLst>
            <pc:docMk/>
            <pc:sldMk cId="2831248364" sldId="278"/>
            <ac:cxnSpMk id="13" creationId="{C44B50D1-1C1E-9D98-84CE-5AA7CD8A74A9}"/>
          </ac:cxnSpMkLst>
        </pc:cxnChg>
        <pc:cxnChg chg="del ord">
          <ac:chgData name="Mauro Scupilliti" userId="c5233846-6a49-42f0-908c-ed2d1327c83c" providerId="ADAL" clId="{1A4AF08E-6C5C-4A16-8853-A64C1F46A344}" dt="2024-04-18T20:40:19.590" v="541" actId="478"/>
          <ac:cxnSpMkLst>
            <pc:docMk/>
            <pc:sldMk cId="2831248364" sldId="278"/>
            <ac:cxnSpMk id="15" creationId="{51A6C6B8-68DE-0727-0CD2-A1F729088110}"/>
          </ac:cxnSpMkLst>
        </pc:cxnChg>
        <pc:cxnChg chg="del mod ord">
          <ac:chgData name="Mauro Scupilliti" userId="c5233846-6a49-42f0-908c-ed2d1327c83c" providerId="ADAL" clId="{1A4AF08E-6C5C-4A16-8853-A64C1F46A344}" dt="2024-04-18T20:40:20.352" v="542" actId="478"/>
          <ac:cxnSpMkLst>
            <pc:docMk/>
            <pc:sldMk cId="2831248364" sldId="278"/>
            <ac:cxnSpMk id="16" creationId="{3D2BADDC-2921-A58A-BBF9-2F8B1707CD67}"/>
          </ac:cxnSpMkLst>
        </pc:cxnChg>
        <pc:cxnChg chg="del">
          <ac:chgData name="Mauro Scupilliti" userId="c5233846-6a49-42f0-908c-ed2d1327c83c" providerId="ADAL" clId="{1A4AF08E-6C5C-4A16-8853-A64C1F46A344}" dt="2024-04-18T20:40:21.274" v="543" actId="478"/>
          <ac:cxnSpMkLst>
            <pc:docMk/>
            <pc:sldMk cId="2831248364" sldId="278"/>
            <ac:cxnSpMk id="17" creationId="{E68A0184-6E08-447F-163B-6A5A82F9C358}"/>
          </ac:cxnSpMkLst>
        </pc:cxnChg>
        <pc:cxnChg chg="del">
          <ac:chgData name="Mauro Scupilliti" userId="c5233846-6a49-42f0-908c-ed2d1327c83c" providerId="ADAL" clId="{1A4AF08E-6C5C-4A16-8853-A64C1F46A344}" dt="2024-04-18T20:40:16.084" v="537" actId="478"/>
          <ac:cxnSpMkLst>
            <pc:docMk/>
            <pc:sldMk cId="2831248364" sldId="278"/>
            <ac:cxnSpMk id="20" creationId="{14E3CF37-EDFE-A890-4563-564899922EC6}"/>
          </ac:cxnSpMkLst>
        </pc:cxnChg>
        <pc:cxnChg chg="del">
          <ac:chgData name="Mauro Scupilliti" userId="c5233846-6a49-42f0-908c-ed2d1327c83c" providerId="ADAL" clId="{1A4AF08E-6C5C-4A16-8853-A64C1F46A344}" dt="2024-04-18T20:36:08.300" v="467" actId="478"/>
          <ac:cxnSpMkLst>
            <pc:docMk/>
            <pc:sldMk cId="2831248364" sldId="278"/>
            <ac:cxnSpMk id="21" creationId="{7C45653C-3AF4-D99B-210C-B3F02FA9D54D}"/>
          </ac:cxnSpMkLst>
        </pc:cxnChg>
        <pc:cxnChg chg="mod">
          <ac:chgData name="Mauro Scupilliti" userId="c5233846-6a49-42f0-908c-ed2d1327c83c" providerId="ADAL" clId="{1A4AF08E-6C5C-4A16-8853-A64C1F46A344}" dt="2024-04-18T20:37:24.721" v="490" actId="164"/>
          <ac:cxnSpMkLst>
            <pc:docMk/>
            <pc:sldMk cId="2831248364" sldId="278"/>
            <ac:cxnSpMk id="22" creationId="{C8238C4E-01F8-05AC-3456-67B572BA88D0}"/>
          </ac:cxnSpMkLst>
        </pc:cxnChg>
        <pc:cxnChg chg="del">
          <ac:chgData name="Mauro Scupilliti" userId="c5233846-6a49-42f0-908c-ed2d1327c83c" providerId="ADAL" clId="{1A4AF08E-6C5C-4A16-8853-A64C1F46A344}" dt="2024-04-18T20:40:26.667" v="548" actId="478"/>
          <ac:cxnSpMkLst>
            <pc:docMk/>
            <pc:sldMk cId="2831248364" sldId="278"/>
            <ac:cxnSpMk id="25" creationId="{027ED073-114E-33D2-BE7D-0417F6F205ED}"/>
          </ac:cxnSpMkLst>
        </pc:cxnChg>
        <pc:cxnChg chg="mod">
          <ac:chgData name="Mauro Scupilliti" userId="c5233846-6a49-42f0-908c-ed2d1327c83c" providerId="ADAL" clId="{1A4AF08E-6C5C-4A16-8853-A64C1F46A344}" dt="2024-04-18T20:37:26.464" v="491"/>
          <ac:cxnSpMkLst>
            <pc:docMk/>
            <pc:sldMk cId="2831248364" sldId="278"/>
            <ac:cxnSpMk id="27" creationId="{2239D610-BE41-19D6-FEE1-9851D6E26CFE}"/>
          </ac:cxnSpMkLst>
        </pc:cxnChg>
        <pc:cxnChg chg="mod">
          <ac:chgData name="Mauro Scupilliti" userId="c5233846-6a49-42f0-908c-ed2d1327c83c" providerId="ADAL" clId="{1A4AF08E-6C5C-4A16-8853-A64C1F46A344}" dt="2024-04-18T20:37:26.464" v="491"/>
          <ac:cxnSpMkLst>
            <pc:docMk/>
            <pc:sldMk cId="2831248364" sldId="278"/>
            <ac:cxnSpMk id="28" creationId="{94A67F75-A5E7-F1E7-C704-245FB49465CD}"/>
          </ac:cxnSpMkLst>
        </pc:cxnChg>
        <pc:cxnChg chg="mod">
          <ac:chgData name="Mauro Scupilliti" userId="c5233846-6a49-42f0-908c-ed2d1327c83c" providerId="ADAL" clId="{1A4AF08E-6C5C-4A16-8853-A64C1F46A344}" dt="2024-04-18T20:37:26.464" v="491"/>
          <ac:cxnSpMkLst>
            <pc:docMk/>
            <pc:sldMk cId="2831248364" sldId="278"/>
            <ac:cxnSpMk id="29" creationId="{2D01ED7E-2AA2-FCDE-0EE1-414841215EFB}"/>
          </ac:cxnSpMkLst>
        </pc:cxnChg>
        <pc:cxnChg chg="mod">
          <ac:chgData name="Mauro Scupilliti" userId="c5233846-6a49-42f0-908c-ed2d1327c83c" providerId="ADAL" clId="{1A4AF08E-6C5C-4A16-8853-A64C1F46A344}" dt="2024-04-18T20:45:48.957" v="716" actId="208"/>
          <ac:cxnSpMkLst>
            <pc:docMk/>
            <pc:sldMk cId="2831248364" sldId="278"/>
            <ac:cxnSpMk id="32" creationId="{6E055154-46B9-E966-037B-0076BD700584}"/>
          </ac:cxnSpMkLst>
        </pc:cxnChg>
        <pc:cxnChg chg="mod">
          <ac:chgData name="Mauro Scupilliti" userId="c5233846-6a49-42f0-908c-ed2d1327c83c" providerId="ADAL" clId="{1A4AF08E-6C5C-4A16-8853-A64C1F46A344}" dt="2024-04-18T20:45:48.957" v="716" actId="208"/>
          <ac:cxnSpMkLst>
            <pc:docMk/>
            <pc:sldMk cId="2831248364" sldId="278"/>
            <ac:cxnSpMk id="33" creationId="{3D249E3B-1393-1E92-D74F-8745033E6D7A}"/>
          </ac:cxnSpMkLst>
        </pc:cxnChg>
        <pc:cxnChg chg="mod">
          <ac:chgData name="Mauro Scupilliti" userId="c5233846-6a49-42f0-908c-ed2d1327c83c" providerId="ADAL" clId="{1A4AF08E-6C5C-4A16-8853-A64C1F46A344}" dt="2024-04-18T20:45:48.957" v="716" actId="208"/>
          <ac:cxnSpMkLst>
            <pc:docMk/>
            <pc:sldMk cId="2831248364" sldId="278"/>
            <ac:cxnSpMk id="34" creationId="{313EAE27-06F6-7BAD-8BDA-2079B667277B}"/>
          </ac:cxnSpMkLst>
        </pc:cxnChg>
        <pc:cxnChg chg="add mod">
          <ac:chgData name="Mauro Scupilliti" userId="c5233846-6a49-42f0-908c-ed2d1327c83c" providerId="ADAL" clId="{1A4AF08E-6C5C-4A16-8853-A64C1F46A344}" dt="2024-04-18T20:45:48.957" v="716" actId="208"/>
          <ac:cxnSpMkLst>
            <pc:docMk/>
            <pc:sldMk cId="2831248364" sldId="278"/>
            <ac:cxnSpMk id="35" creationId="{5AEA2E41-19FC-BF7B-3ADA-17DDA4AC205E}"/>
          </ac:cxnSpMkLst>
        </pc:cxnChg>
        <pc:cxnChg chg="add mod">
          <ac:chgData name="Mauro Scupilliti" userId="c5233846-6a49-42f0-908c-ed2d1327c83c" providerId="ADAL" clId="{1A4AF08E-6C5C-4A16-8853-A64C1F46A344}" dt="2024-04-18T20:59:18.484" v="1087" actId="14100"/>
          <ac:cxnSpMkLst>
            <pc:docMk/>
            <pc:sldMk cId="2831248364" sldId="278"/>
            <ac:cxnSpMk id="40" creationId="{2FBCFA48-706F-B7B0-5947-3918F12914F3}"/>
          </ac:cxnSpMkLst>
        </pc:cxnChg>
        <pc:cxnChg chg="add mod">
          <ac:chgData name="Mauro Scupilliti" userId="c5233846-6a49-42f0-908c-ed2d1327c83c" providerId="ADAL" clId="{1A4AF08E-6C5C-4A16-8853-A64C1F46A344}" dt="2024-04-18T20:59:09.115" v="1084" actId="14100"/>
          <ac:cxnSpMkLst>
            <pc:docMk/>
            <pc:sldMk cId="2831248364" sldId="278"/>
            <ac:cxnSpMk id="41" creationId="{172B8384-55F0-BCE8-6FFE-D6D433D6EBF1}"/>
          </ac:cxnSpMkLst>
        </pc:cxnChg>
        <pc:cxnChg chg="add mod">
          <ac:chgData name="Mauro Scupilliti" userId="c5233846-6a49-42f0-908c-ed2d1327c83c" providerId="ADAL" clId="{1A4AF08E-6C5C-4A16-8853-A64C1F46A344}" dt="2024-04-18T20:56:46.375" v="984"/>
          <ac:cxnSpMkLst>
            <pc:docMk/>
            <pc:sldMk cId="2831248364" sldId="278"/>
            <ac:cxnSpMk id="46" creationId="{810CACB2-1A9C-CAEA-3A02-071091FD6D12}"/>
          </ac:cxnSpMkLst>
        </pc:cxnChg>
        <pc:cxnChg chg="add mod">
          <ac:chgData name="Mauro Scupilliti" userId="c5233846-6a49-42f0-908c-ed2d1327c83c" providerId="ADAL" clId="{1A4AF08E-6C5C-4A16-8853-A64C1F46A344}" dt="2024-04-18T20:56:46.375" v="984"/>
          <ac:cxnSpMkLst>
            <pc:docMk/>
            <pc:sldMk cId="2831248364" sldId="278"/>
            <ac:cxnSpMk id="47" creationId="{C0994B41-4ED4-7DA0-8264-1ACB77C2D551}"/>
          </ac:cxnSpMkLst>
        </pc:cxnChg>
      </pc:sldChg>
      <pc:sldMasterChg chg="modSp mod">
        <pc:chgData name="Mauro Scupilliti" userId="c5233846-6a49-42f0-908c-ed2d1327c83c" providerId="ADAL" clId="{1A4AF08E-6C5C-4A16-8853-A64C1F46A344}" dt="2024-04-18T20:15:10.682" v="50" actId="20577"/>
        <pc:sldMasterMkLst>
          <pc:docMk/>
          <pc:sldMasterMk cId="42696235" sldId="2147483648"/>
        </pc:sldMasterMkLst>
        <pc:spChg chg="mod">
          <ac:chgData name="Mauro Scupilliti" userId="c5233846-6a49-42f0-908c-ed2d1327c83c" providerId="ADAL" clId="{1A4AF08E-6C5C-4A16-8853-A64C1F46A344}" dt="2024-04-18T20:15:10.682" v="50" actId="20577"/>
          <ac:spMkLst>
            <pc:docMk/>
            <pc:sldMasterMk cId="42696235" sldId="2147483648"/>
            <ac:spMk id="5" creationId="{90EF1CA6-E675-6ABD-56C2-ED74145A3C38}"/>
          </ac:spMkLst>
        </pc:spChg>
        <pc:spChg chg="mod">
          <ac:chgData name="Mauro Scupilliti" userId="c5233846-6a49-42f0-908c-ed2d1327c83c" providerId="ADAL" clId="{1A4AF08E-6C5C-4A16-8853-A64C1F46A344}" dt="2024-04-18T20:14:55.692" v="41" actId="20577"/>
          <ac:spMkLst>
            <pc:docMk/>
            <pc:sldMasterMk cId="42696235" sldId="2147483648"/>
            <ac:spMk id="6" creationId="{953CAE96-BC64-B827-6DDA-3418C654F957}"/>
          </ac:spMkLst>
        </pc:spChg>
      </pc:sldMasterChg>
    </pc:docChg>
  </pc:docChgLst>
  <pc:docChgLst>
    <pc:chgData name="Denis Fregona" userId="S::denis.fregona@gavazziacbu.it::2d62f1ff-4a48-4ff7-be77-aa4972494259" providerId="AD" clId="Web-{164824E9-7BE3-7749-0A78-D6DF0592F976}"/>
    <pc:docChg chg="modSld">
      <pc:chgData name="Denis Fregona" userId="S::denis.fregona@gavazziacbu.it::2d62f1ff-4a48-4ff7-be77-aa4972494259" providerId="AD" clId="Web-{164824E9-7BE3-7749-0A78-D6DF0592F976}" dt="2024-04-19T19:11:14.153" v="1" actId="1076"/>
      <pc:docMkLst>
        <pc:docMk/>
      </pc:docMkLst>
      <pc:sldChg chg="modSp">
        <pc:chgData name="Denis Fregona" userId="S::denis.fregona@gavazziacbu.it::2d62f1ff-4a48-4ff7-be77-aa4972494259" providerId="AD" clId="Web-{164824E9-7BE3-7749-0A78-D6DF0592F976}" dt="2024-04-19T19:11:14.153" v="1" actId="1076"/>
        <pc:sldMkLst>
          <pc:docMk/>
          <pc:sldMk cId="1400050816" sldId="272"/>
        </pc:sldMkLst>
        <pc:picChg chg="mod">
          <ac:chgData name="Denis Fregona" userId="S::denis.fregona@gavazziacbu.it::2d62f1ff-4a48-4ff7-be77-aa4972494259" providerId="AD" clId="Web-{164824E9-7BE3-7749-0A78-D6DF0592F976}" dt="2024-04-19T19:11:14.153" v="1" actId="1076"/>
          <ac:picMkLst>
            <pc:docMk/>
            <pc:sldMk cId="1400050816" sldId="272"/>
            <ac:picMk id="6" creationId="{0C2C67CE-404F-D6CB-47ED-C5C65DCE919B}"/>
          </ac:picMkLst>
        </pc:picChg>
      </pc:sldChg>
    </pc:docChg>
  </pc:docChgLst>
  <pc:docChgLst>
    <pc:chgData name="Samuel Lazzaro" userId="a23e4c20-3163-405c-af4d-ab31da24808c" providerId="ADAL" clId="{CEB9C8F5-B620-43E8-960E-412E37E47596}"/>
    <pc:docChg chg="custSel modSld">
      <pc:chgData name="Samuel Lazzaro" userId="a23e4c20-3163-405c-af4d-ab31da24808c" providerId="ADAL" clId="{CEB9C8F5-B620-43E8-960E-412E37E47596}" dt="2024-06-25T08:23:05.127" v="1" actId="1076"/>
      <pc:docMkLst>
        <pc:docMk/>
      </pc:docMkLst>
      <pc:sldChg chg="delSp modSp mod">
        <pc:chgData name="Samuel Lazzaro" userId="a23e4c20-3163-405c-af4d-ab31da24808c" providerId="ADAL" clId="{CEB9C8F5-B620-43E8-960E-412E37E47596}" dt="2024-06-25T08:23:05.127" v="1" actId="1076"/>
        <pc:sldMkLst>
          <pc:docMk/>
          <pc:sldMk cId="2831248364" sldId="278"/>
        </pc:sldMkLst>
        <pc:spChg chg="del">
          <ac:chgData name="Samuel Lazzaro" userId="a23e4c20-3163-405c-af4d-ab31da24808c" providerId="ADAL" clId="{CEB9C8F5-B620-43E8-960E-412E37E47596}" dt="2024-06-25T08:22:58.249" v="0" actId="478"/>
          <ac:spMkLst>
            <pc:docMk/>
            <pc:sldMk cId="2831248364" sldId="278"/>
            <ac:spMk id="15" creationId="{A3F9011C-E33C-60C5-78A1-C12C279546C3}"/>
          </ac:spMkLst>
        </pc:spChg>
        <pc:picChg chg="mod">
          <ac:chgData name="Samuel Lazzaro" userId="a23e4c20-3163-405c-af4d-ab31da24808c" providerId="ADAL" clId="{CEB9C8F5-B620-43E8-960E-412E37E47596}" dt="2024-06-25T08:23:05.127" v="1" actId="1076"/>
          <ac:picMkLst>
            <pc:docMk/>
            <pc:sldMk cId="2831248364" sldId="278"/>
            <ac:picMk id="9" creationId="{53A204CE-0A90-8E30-B7D3-5B443EBE4409}"/>
          </ac:picMkLst>
        </pc:picChg>
        <pc:picChg chg="mod">
          <ac:chgData name="Samuel Lazzaro" userId="a23e4c20-3163-405c-af4d-ab31da24808c" providerId="ADAL" clId="{CEB9C8F5-B620-43E8-960E-412E37E47596}" dt="2024-06-25T08:23:05.127" v="1" actId="1076"/>
          <ac:picMkLst>
            <pc:docMk/>
            <pc:sldMk cId="2831248364" sldId="278"/>
            <ac:picMk id="11" creationId="{0621AF9F-F0A5-A776-ED7A-594B8C48BA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natura&#10;&#10;Descrizione generata automaticamente">
            <a:extLst>
              <a:ext uri="{FF2B5EF4-FFF2-40B4-BE49-F238E27FC236}">
                <a16:creationId xmlns:a16="http://schemas.microsoft.com/office/drawing/2014/main" id="{2E34CB3A-7B9E-259C-EF16-AC5E78F437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" y="0"/>
            <a:ext cx="12189973" cy="68580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C864C15C-0BC6-3D29-920D-B405BF1481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200" y="3600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0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6">
            <a:extLst>
              <a:ext uri="{FF2B5EF4-FFF2-40B4-BE49-F238E27FC236}">
                <a16:creationId xmlns:a16="http://schemas.microsoft.com/office/drawing/2014/main" id="{B7B2BC3C-FE43-B3CB-B9D6-3246E17DA56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3718" y="831644"/>
            <a:ext cx="12168000" cy="0"/>
          </a:xfrm>
          <a:prstGeom prst="line">
            <a:avLst/>
          </a:prstGeom>
          <a:noFill/>
          <a:ln w="25400">
            <a:solidFill>
              <a:srgbClr val="1943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19" descr="logo">
            <a:extLst>
              <a:ext uri="{FF2B5EF4-FFF2-40B4-BE49-F238E27FC236}">
                <a16:creationId xmlns:a16="http://schemas.microsoft.com/office/drawing/2014/main" id="{7C4B23A9-B5CD-5A7B-CA2E-D57DBB4DC7E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9488" y="74407"/>
            <a:ext cx="67945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5299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511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01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">
            <a:extLst>
              <a:ext uri="{FF2B5EF4-FFF2-40B4-BE49-F238E27FC236}">
                <a16:creationId xmlns:a16="http://schemas.microsoft.com/office/drawing/2014/main" id="{37A30648-17FB-88B4-A032-0189DBF8C25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3718" y="831644"/>
            <a:ext cx="12168000" cy="0"/>
          </a:xfrm>
          <a:prstGeom prst="line">
            <a:avLst/>
          </a:prstGeom>
          <a:noFill/>
          <a:ln w="25400">
            <a:solidFill>
              <a:srgbClr val="1943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19" descr="logo">
            <a:extLst>
              <a:ext uri="{FF2B5EF4-FFF2-40B4-BE49-F238E27FC236}">
                <a16:creationId xmlns:a16="http://schemas.microsoft.com/office/drawing/2014/main" id="{D7733E0B-3CBA-C2AF-F5D8-D2B464D334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9488" y="74407"/>
            <a:ext cx="67945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53CAE96-BC64-B827-6DDA-3418C654F9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062" y="6453188"/>
            <a:ext cx="3968202" cy="403225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en-US" sz="1000" dirty="0">
                <a:solidFill>
                  <a:srgbClr val="000000"/>
                </a:solidFill>
                <a:ea typeface="Arial Unicode MS" pitchFamily="34" charset="-128"/>
              </a:rPr>
              <a:t>Samuel Lazzaro – June 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en-US" sz="1000" dirty="0">
                <a:solidFill>
                  <a:srgbClr val="000000"/>
                </a:solidFill>
                <a:ea typeface="Arial Unicode MS" pitchFamily="34" charset="-128"/>
              </a:rPr>
              <a:t>				</a:t>
            </a:r>
            <a:endParaRPr lang="it-IT" altLang="en-US" sz="1000" b="1" dirty="0">
              <a:solidFill>
                <a:srgbClr val="000000"/>
              </a:solidFill>
              <a:ea typeface="Arial Unicode MS" pitchFamily="34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EF1CA6-E675-6ABD-56C2-ED74145A3C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132" y="6453187"/>
            <a:ext cx="6352673" cy="403225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en-US" sz="1000" b="1" dirty="0">
                <a:solidFill>
                  <a:srgbClr val="000000"/>
                </a:solidFill>
                <a:ea typeface="Arial Unicode MS" pitchFamily="34" charset="-128"/>
              </a:rPr>
              <a:t>EM600B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altLang="en-US" sz="1000" b="1" dirty="0">
              <a:solidFill>
                <a:srgbClr val="000000"/>
              </a:solidFill>
              <a:ea typeface="Arial Unicode MS" pitchFamily="34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altLang="en-US" sz="1000" b="1" dirty="0">
              <a:solidFill>
                <a:srgbClr val="000000"/>
              </a:solidFill>
              <a:ea typeface="Arial Unicode MS" pitchFamily="34" charset="-128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25C3584-A0F9-6AFD-CB24-9C1D886013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73590" y="6463213"/>
            <a:ext cx="545348" cy="403225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08CB5E-FBED-430D-94A6-0C97913B7E36}" type="slidenum">
              <a:rPr lang="it-IT" altLang="en-US" sz="1000" b="1" smtClean="0">
                <a:solidFill>
                  <a:srgbClr val="000000"/>
                </a:solidFill>
                <a:ea typeface="Arial Unicode MS" pitchFamily="34" charset="-128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endParaRPr lang="it-IT" altLang="en-US" sz="1000" b="1" dirty="0">
              <a:solidFill>
                <a:srgbClr val="000000"/>
              </a:solidFill>
              <a:ea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96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4910F095-1182-96F9-A11E-19BE28349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2486" y="6084358"/>
            <a:ext cx="45640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it-IT" altLang="it-IT" sz="1400" dirty="0">
                <a:solidFill>
                  <a:schemeClr val="bg1"/>
                </a:solidFill>
              </a:rPr>
              <a:t>June 2024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D61D724-0903-2579-8158-A77845908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723" y="2825221"/>
            <a:ext cx="8420100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Futura Md BT" panose="020B0802020204020204" pitchFamily="34" charset="0"/>
              </a:rPr>
              <a:t>EM600B</a:t>
            </a:r>
          </a:p>
        </p:txBody>
      </p:sp>
    </p:spTree>
    <p:extLst>
      <p:ext uri="{BB962C8B-B14F-4D97-AF65-F5344CB8AC3E}">
        <p14:creationId xmlns:p14="http://schemas.microsoft.com/office/powerpoint/2010/main" val="2177260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DDCCF2CB-BE46-FB6C-40B4-ED6088185D33}"/>
              </a:ext>
            </a:extLst>
          </p:cNvPr>
          <p:cNvSpPr txBox="1">
            <a:spLocks/>
          </p:cNvSpPr>
          <p:nvPr/>
        </p:nvSpPr>
        <p:spPr>
          <a:xfrm>
            <a:off x="373062" y="331897"/>
            <a:ext cx="10980738" cy="4997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b="1" dirty="0">
                <a:latin typeface="Arial" panose="020B0604020202020204" pitchFamily="34" charset="0"/>
                <a:cs typeface="Arial" panose="020B0604020202020204" pitchFamily="34" charset="0"/>
              </a:rPr>
              <a:t>EM600B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5BD5F10-872E-F02C-1304-81E90E021254}"/>
              </a:ext>
            </a:extLst>
          </p:cNvPr>
          <p:cNvSpPr txBox="1"/>
          <p:nvPr/>
        </p:nvSpPr>
        <p:spPr>
          <a:xfrm>
            <a:off x="373062" y="1040273"/>
            <a:ext cx="751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 err="1"/>
              <a:t>Alarms</a:t>
            </a:r>
            <a:r>
              <a:rPr lang="it-IT" sz="3600" dirty="0"/>
              <a:t> </a:t>
            </a:r>
            <a:r>
              <a:rPr lang="it-IT" sz="3600" dirty="0" err="1"/>
              <a:t>module</a:t>
            </a:r>
            <a:endParaRPr lang="it-IT" sz="3600" dirty="0"/>
          </a:p>
        </p:txBody>
      </p:sp>
      <p:pic>
        <p:nvPicPr>
          <p:cNvPr id="2" name="Picture 23" descr="A diagram of a function&#10;&#10;Description automatically generated">
            <a:extLst>
              <a:ext uri="{FF2B5EF4-FFF2-40B4-BE49-F238E27FC236}">
                <a16:creationId xmlns:a16="http://schemas.microsoft.com/office/drawing/2014/main" id="{CF88AA0B-581D-BC63-F9E9-C78C2DA48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12" y="2009964"/>
            <a:ext cx="2420102" cy="2104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1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64A50639-1E1A-D152-83EC-28E2313516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2" y="4114944"/>
            <a:ext cx="2669802" cy="1888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2" descr="A diagram of a graph&#10;&#10;Description automatically generated">
            <a:extLst>
              <a:ext uri="{FF2B5EF4-FFF2-40B4-BE49-F238E27FC236}">
                <a16:creationId xmlns:a16="http://schemas.microsoft.com/office/drawing/2014/main" id="{3C1FA6CA-4FB8-ED06-B30F-549614D776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461" y="2009924"/>
            <a:ext cx="2420102" cy="2113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0" descr="A graph with a line and a line&#10;&#10;Description automatically generated">
            <a:extLst>
              <a:ext uri="{FF2B5EF4-FFF2-40B4-BE49-F238E27FC236}">
                <a16:creationId xmlns:a16="http://schemas.microsoft.com/office/drawing/2014/main" id="{52C58BBE-0C0E-0A64-1218-9D82772432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461" y="4123166"/>
            <a:ext cx="2514342" cy="170992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4E45C0-7018-FF02-A966-6F7E4A20267C}"/>
              </a:ext>
            </a:extLst>
          </p:cNvPr>
          <p:cNvSpPr txBox="1"/>
          <p:nvPr/>
        </p:nvSpPr>
        <p:spPr>
          <a:xfrm>
            <a:off x="6530196" y="2001298"/>
            <a:ext cx="49429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4 </a:t>
            </a:r>
            <a:r>
              <a:rPr lang="it-IT" dirty="0" err="1"/>
              <a:t>alarms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can be </a:t>
            </a:r>
            <a:r>
              <a:rPr lang="it-IT" dirty="0" err="1"/>
              <a:t>linked</a:t>
            </a:r>
            <a:r>
              <a:rPr lang="it-IT" dirty="0"/>
              <a:t> to:</a:t>
            </a:r>
          </a:p>
          <a:p>
            <a:pPr marL="285750" indent="-285750">
              <a:buFontTx/>
              <a:buChar char="-"/>
            </a:pPr>
            <a:r>
              <a:rPr lang="it-IT" sz="1600" dirty="0" err="1"/>
              <a:t>W_sys</a:t>
            </a:r>
            <a:endParaRPr lang="it-IT" sz="1600" dirty="0"/>
          </a:p>
          <a:p>
            <a:pPr marL="285750" indent="-285750">
              <a:buFontTx/>
              <a:buChar char="-"/>
            </a:pPr>
            <a:r>
              <a:rPr lang="it-IT" sz="1600" dirty="0" err="1"/>
              <a:t>VA_sys</a:t>
            </a:r>
            <a:endParaRPr lang="it-IT" sz="1600" dirty="0"/>
          </a:p>
          <a:p>
            <a:pPr marL="285750" indent="-285750">
              <a:buFontTx/>
              <a:buChar char="-"/>
            </a:pPr>
            <a:r>
              <a:rPr lang="it-IT" sz="1600" dirty="0" err="1"/>
              <a:t>VAR_sys</a:t>
            </a:r>
            <a:endParaRPr lang="it-IT" sz="1600" dirty="0"/>
          </a:p>
          <a:p>
            <a:pPr marL="285750" indent="-285750">
              <a:buFontTx/>
              <a:buChar char="-"/>
            </a:pPr>
            <a:r>
              <a:rPr lang="it-IT" sz="1600" dirty="0"/>
              <a:t>Power </a:t>
            </a:r>
            <a:r>
              <a:rPr lang="it-IT" sz="1600" dirty="0" err="1"/>
              <a:t>Factor</a:t>
            </a:r>
            <a:r>
              <a:rPr lang="it-IT" sz="1600" dirty="0"/>
              <a:t> system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I1, I2, I3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V1, V2, V3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V12, V23, V31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Frequency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W1, W2, W3</a:t>
            </a:r>
          </a:p>
        </p:txBody>
      </p:sp>
    </p:spTree>
    <p:extLst>
      <p:ext uri="{BB962C8B-B14F-4D97-AF65-F5344CB8AC3E}">
        <p14:creationId xmlns:p14="http://schemas.microsoft.com/office/powerpoint/2010/main" val="1229355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350855C8-0D9B-5DC0-64F5-8DBBA26D1A19}"/>
              </a:ext>
            </a:extLst>
          </p:cNvPr>
          <p:cNvSpPr txBox="1">
            <a:spLocks/>
          </p:cNvSpPr>
          <p:nvPr/>
        </p:nvSpPr>
        <p:spPr>
          <a:xfrm>
            <a:off x="373062" y="331897"/>
            <a:ext cx="10980738" cy="4997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b="1" dirty="0">
                <a:latin typeface="Arial" panose="020B0604020202020204" pitchFamily="34" charset="0"/>
                <a:cs typeface="Arial" panose="020B0604020202020204" pitchFamily="34" charset="0"/>
              </a:rPr>
              <a:t>EM600B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FC82EFD-E869-458D-D4A2-52B7F9ABA7E3}"/>
              </a:ext>
            </a:extLst>
          </p:cNvPr>
          <p:cNvSpPr txBox="1"/>
          <p:nvPr/>
        </p:nvSpPr>
        <p:spPr>
          <a:xfrm>
            <a:off x="373062" y="1004341"/>
            <a:ext cx="751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DMD </a:t>
            </a:r>
            <a:r>
              <a:rPr lang="it-IT" sz="3600" dirty="0" err="1"/>
              <a:t>calculation</a:t>
            </a:r>
            <a:r>
              <a:rPr lang="it-IT" sz="3600" dirty="0"/>
              <a:t> </a:t>
            </a:r>
            <a:r>
              <a:rPr lang="it-IT" sz="3600" dirty="0" err="1"/>
              <a:t>module</a:t>
            </a:r>
            <a:endParaRPr lang="it-IT" sz="36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73041DC-0C6B-976D-A64E-96177A6D4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117491"/>
            <a:ext cx="6997900" cy="186141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8AD8B53-32AE-0088-64FA-A5F0699BDDDF}"/>
              </a:ext>
            </a:extLst>
          </p:cNvPr>
          <p:cNvSpPr txBox="1"/>
          <p:nvPr/>
        </p:nvSpPr>
        <p:spPr>
          <a:xfrm>
            <a:off x="476250" y="1686604"/>
            <a:ext cx="4543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RTC </a:t>
            </a:r>
            <a:r>
              <a:rPr lang="it-IT" sz="1100" dirty="0" err="1"/>
              <a:t>Synchronization</a:t>
            </a:r>
            <a:r>
              <a:rPr lang="it-IT" sz="1100" dirty="0"/>
              <a:t>: ON</a:t>
            </a:r>
          </a:p>
          <a:p>
            <a:r>
              <a:rPr lang="it-IT" sz="1100" dirty="0"/>
              <a:t>DMD time </a:t>
            </a:r>
            <a:r>
              <a:rPr lang="it-IT" sz="1100" dirty="0" err="1"/>
              <a:t>interval</a:t>
            </a:r>
            <a:r>
              <a:rPr lang="it-IT" sz="1100" dirty="0"/>
              <a:t> = 20 minutes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2660AB5-2E64-3461-1433-7B99A2FB01F6}"/>
              </a:ext>
            </a:extLst>
          </p:cNvPr>
          <p:cNvSpPr txBox="1"/>
          <p:nvPr/>
        </p:nvSpPr>
        <p:spPr>
          <a:xfrm>
            <a:off x="476249" y="3926230"/>
            <a:ext cx="4543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RTC </a:t>
            </a:r>
            <a:r>
              <a:rPr lang="it-IT" sz="1100" dirty="0" err="1"/>
              <a:t>Synchronization</a:t>
            </a:r>
            <a:r>
              <a:rPr lang="it-IT" sz="1100" dirty="0"/>
              <a:t>: OFF</a:t>
            </a:r>
          </a:p>
          <a:p>
            <a:r>
              <a:rPr lang="it-IT" sz="1100" dirty="0"/>
              <a:t>DMD time </a:t>
            </a:r>
            <a:r>
              <a:rPr lang="it-IT" sz="1100" dirty="0" err="1"/>
              <a:t>interval</a:t>
            </a:r>
            <a:r>
              <a:rPr lang="it-IT" sz="1100" dirty="0"/>
              <a:t> = 20 minutes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87F47F06-DB4C-687C-6F75-77C4DC98D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409794"/>
            <a:ext cx="6997899" cy="1829726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D9D62C1-A295-A5D4-EBA6-92F54E701528}"/>
              </a:ext>
            </a:extLst>
          </p:cNvPr>
          <p:cNvSpPr txBox="1"/>
          <p:nvPr/>
        </p:nvSpPr>
        <p:spPr>
          <a:xfrm>
            <a:off x="8258175" y="1838325"/>
            <a:ext cx="32670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DMD time </a:t>
            </a:r>
            <a:r>
              <a:rPr lang="it-IT" sz="1600" dirty="0" err="1"/>
              <a:t>interval</a:t>
            </a:r>
            <a:r>
              <a:rPr lang="it-IT" sz="1600" dirty="0"/>
              <a:t>: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1 minute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5 minutes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10 minutes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15 minutes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20 minutes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30 minutes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60 minutes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6F2EEBC-83D3-73CD-054D-0F665A408976}"/>
              </a:ext>
            </a:extLst>
          </p:cNvPr>
          <p:cNvSpPr txBox="1"/>
          <p:nvPr/>
        </p:nvSpPr>
        <p:spPr>
          <a:xfrm>
            <a:off x="8258175" y="4141673"/>
            <a:ext cx="32670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Variables</a:t>
            </a:r>
            <a:r>
              <a:rPr lang="it-IT" sz="1600" dirty="0"/>
              <a:t> </a:t>
            </a:r>
            <a:r>
              <a:rPr lang="it-IT" sz="1600" dirty="0" err="1"/>
              <a:t>linked</a:t>
            </a:r>
            <a:r>
              <a:rPr lang="it-IT" sz="1600" dirty="0"/>
              <a:t> to DMD: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I1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I2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I3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W1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W2</a:t>
            </a:r>
          </a:p>
          <a:p>
            <a:pPr marL="285750" indent="-285750">
              <a:buFontTx/>
              <a:buChar char="-"/>
            </a:pPr>
            <a:r>
              <a:rPr lang="it-IT" sz="1600" dirty="0"/>
              <a:t>W3</a:t>
            </a:r>
          </a:p>
          <a:p>
            <a:pPr marL="285750" indent="-285750">
              <a:buFontTx/>
              <a:buChar char="-"/>
            </a:pPr>
            <a:r>
              <a:rPr lang="it-IT" sz="1600" dirty="0" err="1"/>
              <a:t>W_sys</a:t>
            </a:r>
            <a:endParaRPr lang="it-IT" sz="1600" dirty="0"/>
          </a:p>
          <a:p>
            <a:pPr marL="285750" indent="-285750">
              <a:buFontTx/>
              <a:buChar char="-"/>
            </a:pPr>
            <a:r>
              <a:rPr lang="it-IT" sz="1600" dirty="0" err="1"/>
              <a:t>VA_sys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140005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350855C8-0D9B-5DC0-64F5-8DBBA26D1A19}"/>
              </a:ext>
            </a:extLst>
          </p:cNvPr>
          <p:cNvSpPr txBox="1">
            <a:spLocks/>
          </p:cNvSpPr>
          <p:nvPr/>
        </p:nvSpPr>
        <p:spPr>
          <a:xfrm>
            <a:off x="373062" y="331897"/>
            <a:ext cx="10980738" cy="4997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b="1" dirty="0">
                <a:latin typeface="Arial" panose="020B0604020202020204" pitchFamily="34" charset="0"/>
                <a:cs typeface="Arial" panose="020B0604020202020204" pitchFamily="34" charset="0"/>
              </a:rPr>
              <a:t>EM600B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40ECA4F-55BD-D815-A52A-255A171F3B49}"/>
              </a:ext>
            </a:extLst>
          </p:cNvPr>
          <p:cNvSpPr txBox="1"/>
          <p:nvPr/>
        </p:nvSpPr>
        <p:spPr>
          <a:xfrm>
            <a:off x="373062" y="1004341"/>
            <a:ext cx="751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Web Server</a:t>
            </a:r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D5312956-0427-CB6F-27A5-BA01A452E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161" y="1742215"/>
            <a:ext cx="2190750" cy="4381500"/>
          </a:xfrm>
          <a:prstGeom prst="rect">
            <a:avLst/>
          </a:prstGeom>
        </p:spPr>
      </p:pic>
      <p:pic>
        <p:nvPicPr>
          <p:cNvPr id="33" name="Immagine 32">
            <a:extLst>
              <a:ext uri="{FF2B5EF4-FFF2-40B4-BE49-F238E27FC236}">
                <a16:creationId xmlns:a16="http://schemas.microsoft.com/office/drawing/2014/main" id="{99D2FF8A-622B-A3D7-E3C1-ACDC5E874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253" y="1742215"/>
            <a:ext cx="2167605" cy="4410555"/>
          </a:xfrm>
          <a:prstGeom prst="rect">
            <a:avLst/>
          </a:prstGeom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AFC1C99E-2010-B078-3DB8-678FB597D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207" y="1742215"/>
            <a:ext cx="2190750" cy="4410555"/>
          </a:xfrm>
          <a:prstGeom prst="rect">
            <a:avLst/>
          </a:prstGeom>
        </p:spPr>
      </p:pic>
      <p:pic>
        <p:nvPicPr>
          <p:cNvPr id="37" name="Immagine 36">
            <a:extLst>
              <a:ext uri="{FF2B5EF4-FFF2-40B4-BE49-F238E27FC236}">
                <a16:creationId xmlns:a16="http://schemas.microsoft.com/office/drawing/2014/main" id="{F75B5F5E-9DCA-4B24-F650-07D43C6BD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115" y="1711057"/>
            <a:ext cx="2190750" cy="439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74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350855C8-0D9B-5DC0-64F5-8DBBA26D1A19}"/>
              </a:ext>
            </a:extLst>
          </p:cNvPr>
          <p:cNvSpPr txBox="1">
            <a:spLocks/>
          </p:cNvSpPr>
          <p:nvPr/>
        </p:nvSpPr>
        <p:spPr>
          <a:xfrm>
            <a:off x="373062" y="331897"/>
            <a:ext cx="10980738" cy="4997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200" b="1" dirty="0">
                <a:latin typeface="Arial" panose="020B0604020202020204" pitchFamily="34" charset="0"/>
                <a:cs typeface="Arial" panose="020B0604020202020204" pitchFamily="34" charset="0"/>
              </a:rPr>
              <a:t>EM600B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3A204CE-0A90-8E30-B7D3-5B443EBE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72" y="1999089"/>
            <a:ext cx="5248784" cy="32766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621AF9F-F0A5-A776-ED7A-594B8C48B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35" y="2006240"/>
            <a:ext cx="6362700" cy="326944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48BEB52-745D-3DB0-C22E-DA259EC40B1F}"/>
              </a:ext>
            </a:extLst>
          </p:cNvPr>
          <p:cNvSpPr txBox="1"/>
          <p:nvPr/>
        </p:nvSpPr>
        <p:spPr>
          <a:xfrm>
            <a:off x="373062" y="1004341"/>
            <a:ext cx="751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Web Server</a:t>
            </a:r>
          </a:p>
        </p:txBody>
      </p:sp>
    </p:spTree>
    <p:extLst>
      <p:ext uri="{BB962C8B-B14F-4D97-AF65-F5344CB8AC3E}">
        <p14:creationId xmlns:p14="http://schemas.microsoft.com/office/powerpoint/2010/main" val="28312483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41986E6D908B4CA99A872904DE6ABB" ma:contentTypeVersion="30" ma:contentTypeDescription="Create a new document." ma:contentTypeScope="" ma:versionID="5ba0d8a48af0a608169a2206655fe763">
  <xsd:schema xmlns:xsd="http://www.w3.org/2001/XMLSchema" xmlns:xs="http://www.w3.org/2001/XMLSchema" xmlns:p="http://schemas.microsoft.com/office/2006/metadata/properties" xmlns:ns2="116a6cfb-d0e0-4960-be0f-170673712bb7" xmlns:ns3="534f1309-bfc9-4d3c-bace-62743693a9b9" targetNamespace="http://schemas.microsoft.com/office/2006/metadata/properties" ma:root="true" ma:fieldsID="6e48c15f6154c6f2b0895e8f823344e8" ns2:_="" ns3:_="">
    <xsd:import namespace="116a6cfb-d0e0-4960-be0f-170673712bb7"/>
    <xsd:import namespace="534f1309-bfc9-4d3c-bace-62743693a9b9"/>
    <xsd:element name="properties">
      <xsd:complexType>
        <xsd:sequence>
          <xsd:element name="documentManagement">
            <xsd:complexType>
              <xsd:all>
                <xsd:element ref="ns2:Comments" minOccurs="0"/>
                <xsd:element ref="ns2:State" minOccurs="0"/>
                <xsd:element ref="ns2:SpecificProject" minOccurs="0"/>
                <xsd:element ref="ns2:_Flow_SignoffStatus" minOccurs="0"/>
                <xsd:element ref="ns2:PG" minOccurs="0"/>
                <xsd:element ref="ns2:Phase" minOccurs="0"/>
                <xsd:element ref="ns2:Team" minOccurs="0"/>
                <xsd:element ref="ns2:DOC" minOccurs="0"/>
                <xsd:element ref="ns2:Project" minOccurs="0"/>
                <xsd:element ref="ns2:_x0044_OC1" minOccurs="0"/>
                <xsd:element ref="ns2:Scope" minOccurs="0"/>
                <xsd:element ref="ns2:_x0044_OC4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Reportdate" minOccurs="0"/>
                <xsd:element ref="ns3:TaxKeywordTaxHTField" minOccurs="0"/>
                <xsd:element ref="ns3:TaxCatchAll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6a6cfb-d0e0-4960-be0f-170673712bb7" elementFormDefault="qualified">
    <xsd:import namespace="http://schemas.microsoft.com/office/2006/documentManagement/types"/>
    <xsd:import namespace="http://schemas.microsoft.com/office/infopath/2007/PartnerControls"/>
    <xsd:element name="Comments" ma:index="8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State" ma:index="9" nillable="true" ma:displayName="Status" ma:default="Draft" ma:description="Approval status" ma:format="Dropdown" ma:internalName="State">
      <xsd:simpleType>
        <xsd:restriction base="dms:Choice">
          <xsd:enumeration value="Draft"/>
          <xsd:enumeration value="Approving"/>
          <xsd:enumeration value="Approved"/>
          <xsd:enumeration value="Reviewing"/>
          <xsd:enumeration value="Archived"/>
        </xsd:restriction>
      </xsd:simpleType>
    </xsd:element>
    <xsd:element name="SpecificProject" ma:index="10" nillable="true" ma:displayName="Serial Number" ma:format="Dropdown" ma:internalName="SpecificProject">
      <xsd:simpleType>
        <xsd:restriction base="dms:Text">
          <xsd:maxLength value="255"/>
        </xsd:restriction>
      </xsd:simpleType>
    </xsd:element>
    <xsd:element name="_Flow_SignoffStatus" ma:index="11" nillable="true" ma:displayName="Sign-off status" ma:internalName="Sign_x002d_off_x0020_status">
      <xsd:simpleType>
        <xsd:restriction base="dms:Text"/>
      </xsd:simpleType>
    </xsd:element>
    <xsd:element name="PG" ma:index="12" nillable="true" ma:displayName="PG" ma:description="Product Group" ma:format="Dropdown" ma:internalName="PG">
      <xsd:simpleType>
        <xsd:restriction base="dms:Choice">
          <xsd:enumeration value="PG611"/>
          <xsd:enumeration value="PG612"/>
          <xsd:enumeration value="PG620"/>
          <xsd:enumeration value="PG630"/>
          <xsd:enumeration value="PG640"/>
          <xsd:enumeration value="PG690"/>
        </xsd:restriction>
      </xsd:simpleType>
    </xsd:element>
    <xsd:element name="Phase" ma:index="13" nillable="true" ma:displayName="Phase" ma:description="Project phase" ma:format="Dropdown" ma:internalName="Phase">
      <xsd:simpleType>
        <xsd:restriction base="dms:Choice">
          <xsd:enumeration value="B - Idea"/>
          <xsd:enumeration value="C - Analisys"/>
          <xsd:enumeration value="D - Development"/>
          <xsd:enumeration value="E - Manufacturing"/>
          <xsd:enumeration value="F - Lauched"/>
        </xsd:restriction>
      </xsd:simpleType>
    </xsd:element>
    <xsd:element name="Team" ma:index="14" nillable="true" ma:displayName="Team" ma:description="Team Project Owner" ma:format="Dropdown" ma:internalName="Team">
      <xsd:simpleType>
        <xsd:restriction base="dms:Choice">
          <xsd:enumeration value="Team 1"/>
          <xsd:enumeration value="Team 2"/>
          <xsd:enumeration value="Team 3"/>
          <xsd:enumeration value="Team 4"/>
          <xsd:enumeration value="Team 5"/>
          <xsd:enumeration value="Team 6"/>
          <xsd:enumeration value="Team 7"/>
          <xsd:enumeration value="Team 8"/>
          <xsd:enumeration value="Team 9"/>
        </xsd:restriction>
      </xsd:simpleType>
    </xsd:element>
    <xsd:element name="DOC" ma:index="15" nillable="true" ma:displayName="DOC Type" ma:description="Document class" ma:format="Dropdown" ma:internalName="DOC">
      <xsd:simpleType>
        <xsd:restriction base="dms:Choice">
          <xsd:enumeration value="CRS"/>
          <xsd:enumeration value="FRS"/>
          <xsd:enumeration value="ARC"/>
          <xsd:enumeration value="PFMEA"/>
          <xsd:enumeration value="PRA"/>
          <xsd:enumeration value="SAT"/>
          <xsd:enumeration value="MEC"/>
          <xsd:enumeration value="UI"/>
          <xsd:enumeration value="APPROVAL"/>
          <xsd:enumeration value="PATL"/>
          <xsd:enumeration value="HW"/>
          <xsd:enumeration value="Expenses"/>
          <xsd:enumeration value="ITV"/>
        </xsd:restriction>
      </xsd:simpleType>
    </xsd:element>
    <xsd:element name="Project" ma:index="16" nillable="true" ma:displayName="Project" ma:format="Dropdown" ma:internalName="Projec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DCM1"/>
                    <xsd:enumeration value="EMS-DER"/>
                    <xsd:enumeration value="EM600B"/>
                    <xsd:enumeration value="EMS600M"/>
                    <xsd:enumeration value="MR1"/>
                    <xsd:enumeration value="MR2"/>
                    <xsd:enumeration value="MR3"/>
                    <xsd:enumeration value="MR1"/>
                    <xsd:enumeration value="MR2"/>
                    <xsd:enumeration value="MRx"/>
                    <xsd:enumeration value="EM530 MV"/>
                    <xsd:enumeration value="EM511 MV"/>
                    <xsd:enumeration value="DCM2"/>
                    <xsd:enumeration value="EM600P"/>
                    <xsd:enumeration value="EM500 BacNet"/>
                    <xsd:enumeration value="EM500 Lora"/>
                    <xsd:enumeration value="EM530 RG"/>
                  </xsd:restriction>
                </xsd:simpleType>
              </xsd:element>
            </xsd:sequence>
          </xsd:extension>
        </xsd:complexContent>
      </xsd:complexType>
    </xsd:element>
    <xsd:element name="_x0044_OC1" ma:index="17" nillable="true" ma:displayName="DOC1" ma:description="Document class sub-type" ma:format="Dropdown" ma:internalName="_x0044_OC1">
      <xsd:simpleType>
        <xsd:restriction base="dms:Choice">
          <xsd:enumeration value="MAIN"/>
          <xsd:enumeration value="ATTACHMENT"/>
          <xsd:enumeration value="SUPPORT"/>
        </xsd:restriction>
      </xsd:simpleType>
    </xsd:element>
    <xsd:element name="Scope" ma:index="18" nillable="true" ma:displayName="Scope" ma:description="Document scope" ma:format="Dropdown" ma:internalName="Scope">
      <xsd:simpleType>
        <xsd:restriction base="dms:Choice">
          <xsd:enumeration value="Controlled"/>
          <xsd:enumeration value="Uncontrolled"/>
          <xsd:enumeration value="Public"/>
        </xsd:restriction>
      </xsd:simpleType>
    </xsd:element>
    <xsd:element name="_x0044_OC4" ma:index="19" nillable="true" ma:displayName="DOC4" ma:description="File confidentiality" ma:format="Dropdown" ma:internalName="_x0044_OC4">
      <xsd:simpleType>
        <xsd:restriction base="dms:Choice">
          <xsd:enumeration value="RESERVED"/>
          <xsd:enumeration value="NDA"/>
          <xsd:enumeration value="PUBLIC"/>
        </xsd:restriction>
      </xsd:simpleType>
    </xsd:element>
    <xsd:element name="MediaServiceMetadata" ma:index="2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Reportdate" ma:index="26" nillable="true" ma:displayName="Report date" ma:format="DateOnly" ma:internalName="Reportdate">
      <xsd:simpleType>
        <xsd:restriction base="dms:DateTime"/>
      </xsd:simpleType>
    </xsd:element>
    <xsd:element name="lcf76f155ced4ddcb4097134ff3c332f" ma:index="31" nillable="true" ma:taxonomy="true" ma:internalName="lcf76f155ced4ddcb4097134ff3c332f" ma:taxonomyFieldName="MediaServiceImageTags" ma:displayName="Image Tags" ma:readOnly="false" ma:fieldId="{5cf76f15-5ced-4ddc-b409-7134ff3c332f}" ma:taxonomyMulti="true" ma:sspId="92b32b6a-837c-41a4-b3e1-50d397faef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4f1309-bfc9-4d3c-bace-62743693a9b9" elementFormDefault="qualified">
    <xsd:import namespace="http://schemas.microsoft.com/office/2006/documentManagement/types"/>
    <xsd:import namespace="http://schemas.microsoft.com/office/infopath/2007/PartnerControls"/>
    <xsd:element name="SharedWithUsers" ma:index="2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KeywordTaxHTField" ma:index="28" nillable="true" ma:taxonomy="true" ma:internalName="TaxKeywordTaxHTField" ma:taxonomyFieldName="TaxKeyword" ma:displayName="Enterprise Keywords" ma:fieldId="{23f27201-bee3-471e-b2e7-b64fd8b7ca38}" ma:taxonomyMulti="true" ma:sspId="92b32b6a-837c-41a4-b3e1-50d397faefa2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29" nillable="true" ma:displayName="Taxonomy Catch All Column" ma:hidden="true" ma:list="{4b32d9ae-e967-45aa-8b4f-3c8ba0b435b3}" ma:internalName="TaxCatchAll" ma:showField="CatchAllData" ma:web="534f1309-bfc9-4d3c-bace-62743693a9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cope xmlns="116a6cfb-d0e0-4960-be0f-170673712bb7">Uncontrolled</Scope>
    <Comments xmlns="116a6cfb-d0e0-4960-be0f-170673712bb7" xsi:nil="true"/>
    <PG xmlns="116a6cfb-d0e0-4960-be0f-170673712bb7">PG612</PG>
    <Reportdate xmlns="116a6cfb-d0e0-4960-be0f-170673712bb7" xsi:nil="true"/>
    <State xmlns="116a6cfb-d0e0-4960-be0f-170673712bb7">Draft</State>
    <TaxCatchAll xmlns="534f1309-bfc9-4d3c-bace-62743693a9b9" xsi:nil="true"/>
    <SpecificProject xmlns="116a6cfb-d0e0-4960-be0f-170673712bb7" xsi:nil="true"/>
    <lcf76f155ced4ddcb4097134ff3c332f xmlns="116a6cfb-d0e0-4960-be0f-170673712bb7">
      <Terms xmlns="http://schemas.microsoft.com/office/infopath/2007/PartnerControls"/>
    </lcf76f155ced4ddcb4097134ff3c332f>
    <_Flow_SignoffStatus xmlns="116a6cfb-d0e0-4960-be0f-170673712bb7" xsi:nil="true"/>
    <Team xmlns="116a6cfb-d0e0-4960-be0f-170673712bb7" xsi:nil="true"/>
    <DOC xmlns="116a6cfb-d0e0-4960-be0f-170673712bb7" xsi:nil="true"/>
    <_x0044_OC1 xmlns="116a6cfb-d0e0-4960-be0f-170673712bb7">SUPPORT</_x0044_OC1>
    <_x0044_OC4 xmlns="116a6cfb-d0e0-4960-be0f-170673712bb7">RESERVED</_x0044_OC4>
    <TaxKeywordTaxHTField xmlns="534f1309-bfc9-4d3c-bace-62743693a9b9">
      <Terms xmlns="http://schemas.microsoft.com/office/infopath/2007/PartnerControls"/>
    </TaxKeywordTaxHTField>
    <Project xmlns="116a6cfb-d0e0-4960-be0f-170673712bb7">
      <Value>DCM2</Value>
    </Project>
    <Phase xmlns="116a6cfb-d0e0-4960-be0f-170673712bb7">C - Analisys</Phas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B5A39E-9CDF-4221-B71A-2C0CC1EB04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6a6cfb-d0e0-4960-be0f-170673712bb7"/>
    <ds:schemaRef ds:uri="534f1309-bfc9-4d3c-bace-62743693a9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9FC8B7E-1B72-4DD0-AB22-DB0B1221BFFB}">
  <ds:schemaRefs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116a6cfb-d0e0-4960-be0f-170673712bb7"/>
    <ds:schemaRef ds:uri="534f1309-bfc9-4d3c-bace-62743693a9b9"/>
  </ds:schemaRefs>
</ds:datastoreItem>
</file>

<file path=customXml/itemProps3.xml><?xml version="1.0" encoding="utf-8"?>
<ds:datastoreItem xmlns:ds="http://schemas.openxmlformats.org/officeDocument/2006/customXml" ds:itemID="{E2E6350B-EF38-4776-825B-CAC54755BF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2223</TotalTime>
  <Words>112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8" baseType="lpstr">
      <vt:lpstr>Arial</vt:lpstr>
      <vt:lpstr>Futura Md BT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Mauro Scupilliti</dc:creator>
  <cp:lastModifiedBy>Samuel Lazzaro</cp:lastModifiedBy>
  <cp:revision>6</cp:revision>
  <cp:lastPrinted>2022-11-07T13:31:06Z</cp:lastPrinted>
  <dcterms:created xsi:type="dcterms:W3CDTF">2022-06-29T15:00:20Z</dcterms:created>
  <dcterms:modified xsi:type="dcterms:W3CDTF">2024-06-25T08:23:07Z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0x0101009441986E6D908B4CA99A872904DE6ABB</vt:lpwstr>
  </property>
  <property fmtid="{D5CDD505-2E9C-101B-9397-08002B2CF9AE}" pid="3" name="TaxKeyword">
    <vt:lpwstr/>
  </property>
  <property fmtid="{D5CDD505-2E9C-101B-9397-08002B2CF9AE}" pid="4" name="MediaServiceImageTags">
    <vt:lpwstr/>
  </property>
</Properties>
</file>