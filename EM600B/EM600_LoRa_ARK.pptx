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Lazzaro" userId="a23e4c20-3163-405c-af4d-ab31da24808c" providerId="ADAL" clId="{5E72AC70-D7EB-40FD-B0E8-E6DA56C4FCF8}"/>
    <pc:docChg chg="custSel addSld modSld">
      <pc:chgData name="Samuel Lazzaro" userId="a23e4c20-3163-405c-af4d-ab31da24808c" providerId="ADAL" clId="{5E72AC70-D7EB-40FD-B0E8-E6DA56C4FCF8}" dt="2025-07-09T14:17:21.389" v="3" actId="11529"/>
      <pc:docMkLst>
        <pc:docMk/>
      </pc:docMkLst>
      <pc:sldChg chg="addSp delSp new mod">
        <pc:chgData name="Samuel Lazzaro" userId="a23e4c20-3163-405c-af4d-ab31da24808c" providerId="ADAL" clId="{5E72AC70-D7EB-40FD-B0E8-E6DA56C4FCF8}" dt="2025-07-09T14:17:21.389" v="3" actId="11529"/>
        <pc:sldMkLst>
          <pc:docMk/>
          <pc:sldMk cId="1688477318" sldId="256"/>
        </pc:sldMkLst>
        <pc:spChg chg="del">
          <ac:chgData name="Samuel Lazzaro" userId="a23e4c20-3163-405c-af4d-ab31da24808c" providerId="ADAL" clId="{5E72AC70-D7EB-40FD-B0E8-E6DA56C4FCF8}" dt="2025-07-09T14:14:00.258" v="1" actId="478"/>
          <ac:spMkLst>
            <pc:docMk/>
            <pc:sldMk cId="1688477318" sldId="256"/>
            <ac:spMk id="2" creationId="{C524FF99-41A3-6D89-A7BB-82A9CDA46418}"/>
          </ac:spMkLst>
        </pc:spChg>
        <pc:spChg chg="del">
          <ac:chgData name="Samuel Lazzaro" userId="a23e4c20-3163-405c-af4d-ab31da24808c" providerId="ADAL" clId="{5E72AC70-D7EB-40FD-B0E8-E6DA56C4FCF8}" dt="2025-07-09T14:14:01.398" v="2" actId="478"/>
          <ac:spMkLst>
            <pc:docMk/>
            <pc:sldMk cId="1688477318" sldId="256"/>
            <ac:spMk id="3" creationId="{5980DC64-2F1F-9A50-9B78-C51CBEA4D026}"/>
          </ac:spMkLst>
        </pc:spChg>
        <pc:spChg chg="add">
          <ac:chgData name="Samuel Lazzaro" userId="a23e4c20-3163-405c-af4d-ab31da24808c" providerId="ADAL" clId="{5E72AC70-D7EB-40FD-B0E8-E6DA56C4FCF8}" dt="2025-07-09T14:17:21.389" v="3" actId="11529"/>
          <ac:spMkLst>
            <pc:docMk/>
            <pc:sldMk cId="1688477318" sldId="256"/>
            <ac:spMk id="4" creationId="{0DF3AAAE-D0A1-EF34-81C1-D0FE1982ED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E85FEE-2904-EDDB-33BA-4ED495C81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BE85194-62FB-D6A2-7C0D-807E9DD5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8551650-2565-5EDC-9346-97A94C5E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ADE2A9-0294-0ACB-EE6B-409215B6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284906-F609-DB62-3221-835E13D0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363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FF3AF7-A2B3-F199-8D76-56523F1C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2B8FF1-8686-7D59-A7B2-D03FA144D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5B848E-22A7-E62B-3050-30E804F1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1C298E-5965-4B7F-2C4F-ED9521FE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559A17-A487-C666-0405-6C8AFADB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203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4BC72D-E473-2B57-C775-87983A63E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C199CA-B883-A9FC-7DEB-C089B786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C245E2-B995-4B5D-E56C-1B712F5A6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74C7EF-E956-D4D8-234D-3B93DA83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1D06BB-987B-4087-5A84-860E29BA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120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E85951-F5B8-AAC0-A1EE-48952961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C2BE72-E5B0-62F9-D1DB-072382DAF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A1DCF3A-C461-0700-728A-24DCF9A91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78D882-68F6-8A3D-1A55-7CA3292B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EBCE42-C2EA-C40E-8A19-5DEA2295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D862496-9C69-6819-8027-F9C7D0FA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898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B4AA45-B4B3-AB56-F940-6E1A0C20F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30D29A-5279-B960-79BA-DAD339F4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61FB303-3E72-D412-EAE0-DA965222A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65BCF83-18EC-DF29-81F4-138F6CCA9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66E7A-6C33-CF78-F474-98DE90C5C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B8ADBE-C9F3-48D5-5E4C-7D2798E3D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10BB204-C3E7-4E7A-6048-41ACF81B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38E621B-50EF-F04A-14A8-23725FAA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006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CB26BE-484F-ABAD-383E-57947D8B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A04C06D-35E1-1004-9FE2-8D023398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5789F4A-8DFC-DA70-1EE4-2597064E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A2B0F8B-CEF0-E939-2507-F0D9CF9A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192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90FA0C4-EC52-1DE8-71F7-F2322112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F497C17-7ECD-C1B5-FF6C-75E2656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B7C13A-B930-BC2B-071C-3FDF9517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68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076DBD-6DAE-B2CC-7EE3-567051A0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AAE14B-38F0-0160-10E3-1BFBF5345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C8641C4-4900-1AF0-2656-D12AB63A2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AF55C6-B141-E6D2-E292-FEE1DF2D4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65FF5E-7591-A2C4-2D8C-2C44FEEB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9DBADBA-3A77-77A6-1811-297D3DB6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19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16958E-6920-8E39-058C-FBFD647D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772BDB3-6E48-F402-4912-09C673396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1A834B1-DD7C-7970-FC2B-585669E09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E85773-BE9D-5399-9131-555A9828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6101CAD-3AA0-2B4A-6F87-21E51659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10AC66-5F64-306D-2F71-D11CDF44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713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77B106-06ED-62E4-3973-309704376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6D8A9ED-47B5-70D9-F241-A01620CDC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F259FB-A8B1-9736-2113-CC9FD94E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3E6623-96F1-82DC-5289-DCEEA87D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9277B9-8222-E986-460E-35B9F84C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28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21BFB46-A9BB-C15B-F7E7-A5353EEAD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E356AA-9682-BF3F-CB66-E1070FDED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57C23C-4AF4-6F24-CBC2-F4088864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10007D-5544-C056-F550-41A1DB00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65F745-C937-AA61-AD85-F95696FF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545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14F1D97-BCF3-7CA5-12EA-E7354773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776F81-60D2-568C-2AC6-46E040B2A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4013A1A-FE46-911E-37EE-D23BB18CA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7841A-8A5E-4040-A895-93CAD580DE6F}" type="datetimeFigureOut">
              <a:rPr lang="it-IT" smtClean="0"/>
              <a:t>09/07/2025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9C9D0F-2750-01FF-959D-2062F8B3F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32EA05-8647-1690-BF3E-C16B09CEC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1C7A2-86B6-4AD8-B79C-1D3CDA5319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828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0DF3AAAE-D0A1-EF34-81C1-D0FE1982ED4D}"/>
              </a:ext>
            </a:extLst>
          </p:cNvPr>
          <p:cNvSpPr/>
          <p:nvPr/>
        </p:nvSpPr>
        <p:spPr>
          <a:xfrm>
            <a:off x="932688" y="612648"/>
            <a:ext cx="2267712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8477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Lazzaro</dc:creator>
  <cp:lastModifiedBy>Samuel Lazzaro</cp:lastModifiedBy>
  <cp:revision>1</cp:revision>
  <dcterms:created xsi:type="dcterms:W3CDTF">2025-07-09T14:13:52Z</dcterms:created>
  <dcterms:modified xsi:type="dcterms:W3CDTF">2025-07-09T14:17:32Z</dcterms:modified>
</cp:coreProperties>
</file>