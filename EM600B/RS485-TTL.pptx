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57" r:id="rId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-34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E0BD71D-6B19-9CA5-7204-B367E97374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0A04076-EBF0-F2F9-E21F-98DC86E096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2135099-861C-D40D-298D-A55703CE87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ED4C6-7EA7-432A-A9A9-6C4B06C3FA11}" type="datetimeFigureOut">
              <a:rPr lang="it-IT" smtClean="0"/>
              <a:t>17/02/2025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53007C3-F58C-81A2-7EC5-2C38C1472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2748881-311F-C5D5-A5F9-B3C5355F0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D326B-901D-4217-AFB1-FC467A1785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90074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0FCD5E-7687-EF29-E9D1-18421D355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8479FE8-96CE-A802-C7F8-D9B4DC8FE4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F486B5F-0C70-F356-290C-B7A9A22C9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ED4C6-7EA7-432A-A9A9-6C4B06C3FA11}" type="datetimeFigureOut">
              <a:rPr lang="it-IT" smtClean="0"/>
              <a:t>17/02/2025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30CC978-659C-0EC0-9E3C-4BBA9049A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7114042-EEBD-62AB-737F-5CC3E51572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D326B-901D-4217-AFB1-FC467A1785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197372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E03618F-1CEF-6B6E-984D-BE2F44C6A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4A52F7B-23A2-8EFF-2298-933C910942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14C8823-4E81-2441-B54D-E713A91A5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ED4C6-7EA7-432A-A9A9-6C4B06C3FA11}" type="datetimeFigureOut">
              <a:rPr lang="it-IT" smtClean="0"/>
              <a:t>17/02/2025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D1AF814-DC0C-CEF0-8FA5-BC164772C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8830C0C-BF99-713B-07B1-B5E33262B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D326B-901D-4217-AFB1-FC467A1785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061140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EAD464-D0D7-A50F-511E-33C0E4BB4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800D1F1-3235-BBA0-574E-70B1638B03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91911DC8-FB2E-B6AB-DC82-DC0F6A8EAA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AC46612-CCEE-BAFE-A226-3C543D96A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ED4C6-7EA7-432A-A9A9-6C4B06C3FA11}" type="datetimeFigureOut">
              <a:rPr lang="it-IT" smtClean="0"/>
              <a:t>17/02/2025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6B20A5E-7A4D-5036-08D6-1BBD914DB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F647A44-9EA2-9F8A-A09C-2DBCD07DA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D326B-901D-4217-AFB1-FC467A1785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00831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4FD274B-05FC-3F48-D95A-170512BD7F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2DB3A60-C0B1-4FE6-6DE8-E25476EAC5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EE0BD49-C076-74BC-0F1E-1233656F0C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973BEFCF-9F0B-9F43-5C57-D9A74B656D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AE12F600-C7B1-F3C4-E47F-444A1E5FA7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052A165A-9928-0D3C-E38A-9CF86E04F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ED4C6-7EA7-432A-A9A9-6C4B06C3FA11}" type="datetimeFigureOut">
              <a:rPr lang="it-IT" smtClean="0"/>
              <a:t>17/02/2025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7300C5A8-8489-5DF7-B484-50874A10B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8E14234C-9A3A-F8DC-22D4-B5724E98E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D326B-901D-4217-AFB1-FC467A1785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36879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72E9D8C-8D2E-8657-CDCE-917C335CE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859EF07B-2239-07EF-1987-1E24DFECD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ED4C6-7EA7-432A-A9A9-6C4B06C3FA11}" type="datetimeFigureOut">
              <a:rPr lang="it-IT" smtClean="0"/>
              <a:t>17/02/2025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AC180DB2-D8AF-0401-9464-8C00CA2B1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63427FE-2751-8627-7CC3-02F2A41F5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D326B-901D-4217-AFB1-FC467A1785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948102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B2A39BEB-F0C9-6D8F-6110-4D6BAE98D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ED4C6-7EA7-432A-A9A9-6C4B06C3FA11}" type="datetimeFigureOut">
              <a:rPr lang="it-IT" smtClean="0"/>
              <a:t>17/02/2025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FD96AE16-B177-6627-A5D3-5394788C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9AC29453-1E66-4366-749C-53B2D5117E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D326B-901D-4217-AFB1-FC467A1785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06677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7879975-02CE-5D09-2A35-076BF68DB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BBBFD15-EAD1-D742-45F7-1294916278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9E3C42B-B99D-C6FE-21A5-600FBB7FA5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087AD87-07BA-302A-AB95-44A123DC95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ED4C6-7EA7-432A-A9A9-6C4B06C3FA11}" type="datetimeFigureOut">
              <a:rPr lang="it-IT" smtClean="0"/>
              <a:t>17/02/2025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E3A3DCC-CC39-D637-A54D-DAED8D571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4629197-F091-95FF-B86C-E31DBB350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D326B-901D-4217-AFB1-FC467A1785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12444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2A369E4-D8D3-E58E-BECF-2850F6761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686EFAA6-174F-168E-542A-52659B1C6B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AAD0FDF-ED2C-CD53-93AB-5C6AACF8B4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52F597EA-D2A7-9EF5-7DB0-EF6D79EFBB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ED4C6-7EA7-432A-A9A9-6C4B06C3FA11}" type="datetimeFigureOut">
              <a:rPr lang="it-IT" smtClean="0"/>
              <a:t>17/02/2025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81BA4A16-D31D-8936-51C9-15355547F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A1CD22BA-E378-90FD-E3B9-683F0D567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D326B-901D-4217-AFB1-FC467A1785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979669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D1515B2-FC1E-0AA2-94A4-350381E40A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B256CBBF-CE80-7902-C6F9-7170BEE4EB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392EB2E-1660-B39E-9FDF-293A3861A0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ED4C6-7EA7-432A-A9A9-6C4B06C3FA11}" type="datetimeFigureOut">
              <a:rPr lang="it-IT" smtClean="0"/>
              <a:t>17/02/2025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1AA6A8B-87C7-C6F1-E817-9A63293AC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C2507E5-E26A-5B74-881F-B7A89FB5F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D326B-901D-4217-AFB1-FC467A1785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952732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20AE993B-27EF-2391-AC73-FD52C7376A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E31FCA2A-99DA-7864-0BCD-70169EA443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AD31B9D-EB88-A641-281F-1B9594B3D7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ED4C6-7EA7-432A-A9A9-6C4B06C3FA11}" type="datetimeFigureOut">
              <a:rPr lang="it-IT" smtClean="0"/>
              <a:t>17/02/2025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9ED7653-49EE-B9E4-C979-C6B460504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D366CB6-D128-5F9C-C28B-CF9860F28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1D326B-901D-4217-AFB1-FC467A1785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40554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6D76A75D-E900-5521-4910-6A17064334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9A9BEC7-7C59-AAE6-94ED-DE90512628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F08B4D6-F1B5-0F8F-00F6-0148C2385B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7ED4C6-7EA7-432A-A9A9-6C4B06C3FA11}" type="datetimeFigureOut">
              <a:rPr lang="it-IT" smtClean="0"/>
              <a:t>17/02/2025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276FF65-72D5-B78F-0816-79D53C6148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70BF488-EE86-6841-7C70-22CF96BD7B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1D326B-901D-4217-AFB1-FC467A17855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7294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1FF86F2E-8581-0D20-0B6D-968C59F69EF4}"/>
              </a:ext>
            </a:extLst>
          </p:cNvPr>
          <p:cNvSpPr/>
          <p:nvPr/>
        </p:nvSpPr>
        <p:spPr>
          <a:xfrm>
            <a:off x="642551" y="1136822"/>
            <a:ext cx="2866768" cy="28420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/>
              <a:t>Uc</a:t>
            </a:r>
            <a:endParaRPr lang="it-IT" dirty="0"/>
          </a:p>
          <a:p>
            <a:pPr algn="ctr"/>
            <a:endParaRPr lang="it-IT" dirty="0"/>
          </a:p>
          <a:p>
            <a:pPr algn="ctr"/>
            <a:endParaRPr lang="it-IT" dirty="0"/>
          </a:p>
          <a:p>
            <a:pPr algn="ctr"/>
            <a:endParaRPr lang="it-IT" dirty="0"/>
          </a:p>
          <a:p>
            <a:pPr algn="ctr"/>
            <a:r>
              <a:rPr lang="it-IT" dirty="0"/>
              <a:t>UART/USART</a:t>
            </a:r>
          </a:p>
        </p:txBody>
      </p: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C6893D73-EB4D-5010-2CE8-89E05A682BEA}"/>
              </a:ext>
            </a:extLst>
          </p:cNvPr>
          <p:cNvCxnSpPr/>
          <p:nvPr/>
        </p:nvCxnSpPr>
        <p:spPr>
          <a:xfrm>
            <a:off x="3509319" y="3031524"/>
            <a:ext cx="22736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71E3F7AB-7293-B880-6E6B-17A4936041CA}"/>
              </a:ext>
            </a:extLst>
          </p:cNvPr>
          <p:cNvSpPr txBox="1"/>
          <p:nvPr/>
        </p:nvSpPr>
        <p:spPr>
          <a:xfrm>
            <a:off x="4464840" y="2662192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tx</a:t>
            </a:r>
            <a:endParaRPr lang="it-IT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113F0F7B-790C-81E6-3F05-AB2559F7BA5E}"/>
              </a:ext>
            </a:extLst>
          </p:cNvPr>
          <p:cNvSpPr txBox="1"/>
          <p:nvPr/>
        </p:nvSpPr>
        <p:spPr>
          <a:xfrm>
            <a:off x="4464840" y="2188517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rx</a:t>
            </a:r>
          </a:p>
        </p:txBody>
      </p:sp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CE0F5572-9C2C-ABB4-600D-02041281F95D}"/>
              </a:ext>
            </a:extLst>
          </p:cNvPr>
          <p:cNvCxnSpPr/>
          <p:nvPr/>
        </p:nvCxnSpPr>
        <p:spPr>
          <a:xfrm>
            <a:off x="3439297" y="2545492"/>
            <a:ext cx="22736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72926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4F018-FA2A-BB8D-292F-1CBA50629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B015390A-13F4-7648-B451-607B4306D30A}"/>
              </a:ext>
            </a:extLst>
          </p:cNvPr>
          <p:cNvSpPr/>
          <p:nvPr/>
        </p:nvSpPr>
        <p:spPr>
          <a:xfrm>
            <a:off x="642551" y="1136822"/>
            <a:ext cx="2866768" cy="28420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/>
              <a:t>Uc</a:t>
            </a:r>
            <a:endParaRPr lang="it-IT" dirty="0"/>
          </a:p>
          <a:p>
            <a:pPr algn="ctr"/>
            <a:endParaRPr lang="it-IT" dirty="0"/>
          </a:p>
          <a:p>
            <a:pPr algn="ctr"/>
            <a:endParaRPr lang="it-IT" dirty="0"/>
          </a:p>
          <a:p>
            <a:pPr algn="ctr"/>
            <a:endParaRPr lang="it-IT" dirty="0"/>
          </a:p>
          <a:p>
            <a:pPr algn="ctr"/>
            <a:r>
              <a:rPr lang="it-IT" dirty="0"/>
              <a:t>UART/USART</a:t>
            </a:r>
          </a:p>
        </p:txBody>
      </p: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3391D0DB-77D0-2809-5536-0D02240754AD}"/>
              </a:ext>
            </a:extLst>
          </p:cNvPr>
          <p:cNvCxnSpPr/>
          <p:nvPr/>
        </p:nvCxnSpPr>
        <p:spPr>
          <a:xfrm>
            <a:off x="3509319" y="3031524"/>
            <a:ext cx="22736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F10F2EF5-66EB-F570-D026-C578F3D60C05}"/>
              </a:ext>
            </a:extLst>
          </p:cNvPr>
          <p:cNvSpPr txBox="1"/>
          <p:nvPr/>
        </p:nvSpPr>
        <p:spPr>
          <a:xfrm>
            <a:off x="4464840" y="2662192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tx</a:t>
            </a:r>
            <a:endParaRPr lang="it-IT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FC074571-A829-848D-6A7B-C6DDE500DB05}"/>
              </a:ext>
            </a:extLst>
          </p:cNvPr>
          <p:cNvSpPr txBox="1"/>
          <p:nvPr/>
        </p:nvSpPr>
        <p:spPr>
          <a:xfrm>
            <a:off x="4464840" y="2188517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rx</a:t>
            </a:r>
          </a:p>
        </p:txBody>
      </p:sp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504087F6-F25A-0013-36F8-73EF6F3E7DCF}"/>
              </a:ext>
            </a:extLst>
          </p:cNvPr>
          <p:cNvCxnSpPr/>
          <p:nvPr/>
        </p:nvCxnSpPr>
        <p:spPr>
          <a:xfrm>
            <a:off x="3439297" y="2545492"/>
            <a:ext cx="22736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ttangolo 1">
            <a:extLst>
              <a:ext uri="{FF2B5EF4-FFF2-40B4-BE49-F238E27FC236}">
                <a16:creationId xmlns:a16="http://schemas.microsoft.com/office/drawing/2014/main" id="{75AB9747-D024-7B67-DE11-E6E0567E29A5}"/>
              </a:ext>
            </a:extLst>
          </p:cNvPr>
          <p:cNvSpPr/>
          <p:nvPr/>
        </p:nvSpPr>
        <p:spPr>
          <a:xfrm>
            <a:off x="6668461" y="1241165"/>
            <a:ext cx="2866768" cy="284205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/>
              <a:t>Uc</a:t>
            </a:r>
            <a:endParaRPr lang="it-IT" dirty="0"/>
          </a:p>
          <a:p>
            <a:pPr algn="ctr"/>
            <a:endParaRPr lang="it-IT" b="1" dirty="0"/>
          </a:p>
          <a:p>
            <a:pPr algn="ctr"/>
            <a:endParaRPr lang="it-IT" dirty="0"/>
          </a:p>
          <a:p>
            <a:pPr algn="ctr"/>
            <a:endParaRPr lang="it-IT" dirty="0"/>
          </a:p>
          <a:p>
            <a:pPr algn="ctr"/>
            <a:r>
              <a:rPr lang="it-IT" dirty="0"/>
              <a:t>UART/USART</a:t>
            </a:r>
          </a:p>
        </p:txBody>
      </p:sp>
      <p:cxnSp>
        <p:nvCxnSpPr>
          <p:cNvPr id="3" name="Connettore diritto 2">
            <a:extLst>
              <a:ext uri="{FF2B5EF4-FFF2-40B4-BE49-F238E27FC236}">
                <a16:creationId xmlns:a16="http://schemas.microsoft.com/office/drawing/2014/main" id="{0063E31A-9F52-99D1-601E-2E918E343FCC}"/>
              </a:ext>
            </a:extLst>
          </p:cNvPr>
          <p:cNvCxnSpPr/>
          <p:nvPr/>
        </p:nvCxnSpPr>
        <p:spPr>
          <a:xfrm>
            <a:off x="4761402" y="2541373"/>
            <a:ext cx="2273643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A449FBC0-E58B-FE6D-C713-E80B2E9745E1}"/>
              </a:ext>
            </a:extLst>
          </p:cNvPr>
          <p:cNvCxnSpPr/>
          <p:nvPr/>
        </p:nvCxnSpPr>
        <p:spPr>
          <a:xfrm>
            <a:off x="4823186" y="3031524"/>
            <a:ext cx="2273643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95BEEAB5-7285-6977-034F-F9066D31BADE}"/>
              </a:ext>
            </a:extLst>
          </p:cNvPr>
          <p:cNvSpPr txBox="1"/>
          <p:nvPr/>
        </p:nvSpPr>
        <p:spPr>
          <a:xfrm>
            <a:off x="6334760" y="2662192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rx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E43A869A-6F25-2671-67B6-34A73FAEF884}"/>
              </a:ext>
            </a:extLst>
          </p:cNvPr>
          <p:cNvSpPr txBox="1"/>
          <p:nvPr/>
        </p:nvSpPr>
        <p:spPr>
          <a:xfrm>
            <a:off x="6306065" y="2185083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tx</a:t>
            </a:r>
            <a:endParaRPr lang="it-IT" dirty="0"/>
          </a:p>
        </p:txBody>
      </p:sp>
      <p:cxnSp>
        <p:nvCxnSpPr>
          <p:cNvPr id="24" name="Connettore diritto 23">
            <a:extLst>
              <a:ext uri="{FF2B5EF4-FFF2-40B4-BE49-F238E27FC236}">
                <a16:creationId xmlns:a16="http://schemas.microsoft.com/office/drawing/2014/main" id="{4AAD9030-8C9D-F3F1-079E-ED8C853602C5}"/>
              </a:ext>
            </a:extLst>
          </p:cNvPr>
          <p:cNvCxnSpPr/>
          <p:nvPr/>
        </p:nvCxnSpPr>
        <p:spPr>
          <a:xfrm>
            <a:off x="9597082" y="3043880"/>
            <a:ext cx="22736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asellaDiTesto 24">
            <a:extLst>
              <a:ext uri="{FF2B5EF4-FFF2-40B4-BE49-F238E27FC236}">
                <a16:creationId xmlns:a16="http://schemas.microsoft.com/office/drawing/2014/main" id="{1728733D-D1A3-C6DD-CE61-A4E9DE135502}"/>
              </a:ext>
            </a:extLst>
          </p:cNvPr>
          <p:cNvSpPr txBox="1"/>
          <p:nvPr/>
        </p:nvSpPr>
        <p:spPr>
          <a:xfrm>
            <a:off x="10552603" y="2674548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tx</a:t>
            </a:r>
            <a:endParaRPr lang="it-IT" dirty="0"/>
          </a:p>
        </p:txBody>
      </p:sp>
      <p:sp>
        <p:nvSpPr>
          <p:cNvPr id="26" name="CasellaDiTesto 25">
            <a:extLst>
              <a:ext uri="{FF2B5EF4-FFF2-40B4-BE49-F238E27FC236}">
                <a16:creationId xmlns:a16="http://schemas.microsoft.com/office/drawing/2014/main" id="{42D48008-6628-ADBE-1D5C-3D30424CE126}"/>
              </a:ext>
            </a:extLst>
          </p:cNvPr>
          <p:cNvSpPr txBox="1"/>
          <p:nvPr/>
        </p:nvSpPr>
        <p:spPr>
          <a:xfrm>
            <a:off x="10552603" y="2200873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rx</a:t>
            </a:r>
          </a:p>
        </p:txBody>
      </p:sp>
      <p:cxnSp>
        <p:nvCxnSpPr>
          <p:cNvPr id="27" name="Connettore diritto 26">
            <a:extLst>
              <a:ext uri="{FF2B5EF4-FFF2-40B4-BE49-F238E27FC236}">
                <a16:creationId xmlns:a16="http://schemas.microsoft.com/office/drawing/2014/main" id="{E336FC3A-A336-98C2-F865-BB8D5C594641}"/>
              </a:ext>
            </a:extLst>
          </p:cNvPr>
          <p:cNvCxnSpPr/>
          <p:nvPr/>
        </p:nvCxnSpPr>
        <p:spPr>
          <a:xfrm>
            <a:off x="9527060" y="2557848"/>
            <a:ext cx="22736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ttangolo 27">
            <a:extLst>
              <a:ext uri="{FF2B5EF4-FFF2-40B4-BE49-F238E27FC236}">
                <a16:creationId xmlns:a16="http://schemas.microsoft.com/office/drawing/2014/main" id="{881C1C29-7A14-BEAB-4065-EF95002D48A7}"/>
              </a:ext>
            </a:extLst>
          </p:cNvPr>
          <p:cNvSpPr/>
          <p:nvPr/>
        </p:nvSpPr>
        <p:spPr>
          <a:xfrm>
            <a:off x="11792332" y="1253521"/>
            <a:ext cx="1491049" cy="28420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TTL-RS485</a:t>
            </a:r>
          </a:p>
        </p:txBody>
      </p:sp>
      <p:cxnSp>
        <p:nvCxnSpPr>
          <p:cNvPr id="29" name="Connettore diritto 28">
            <a:extLst>
              <a:ext uri="{FF2B5EF4-FFF2-40B4-BE49-F238E27FC236}">
                <a16:creationId xmlns:a16="http://schemas.microsoft.com/office/drawing/2014/main" id="{BDD8C3F0-77F0-20F6-9BE5-7E34FDF36DDE}"/>
              </a:ext>
            </a:extLst>
          </p:cNvPr>
          <p:cNvCxnSpPr/>
          <p:nvPr/>
        </p:nvCxnSpPr>
        <p:spPr>
          <a:xfrm>
            <a:off x="9527060" y="1569307"/>
            <a:ext cx="234366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CasellaDiTesto 29">
            <a:extLst>
              <a:ext uri="{FF2B5EF4-FFF2-40B4-BE49-F238E27FC236}">
                <a16:creationId xmlns:a16="http://schemas.microsoft.com/office/drawing/2014/main" id="{8199D783-8B09-9074-4A70-D48EDA73072C}"/>
              </a:ext>
            </a:extLst>
          </p:cNvPr>
          <p:cNvSpPr txBox="1"/>
          <p:nvPr/>
        </p:nvSpPr>
        <p:spPr>
          <a:xfrm>
            <a:off x="10474211" y="1241165"/>
            <a:ext cx="995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ENABLE</a:t>
            </a:r>
          </a:p>
        </p:txBody>
      </p:sp>
      <p:cxnSp>
        <p:nvCxnSpPr>
          <p:cNvPr id="31" name="Connettore diritto 30">
            <a:extLst>
              <a:ext uri="{FF2B5EF4-FFF2-40B4-BE49-F238E27FC236}">
                <a16:creationId xmlns:a16="http://schemas.microsoft.com/office/drawing/2014/main" id="{8F6C37BD-21E9-DAFF-B6BE-E8657B09EB3F}"/>
              </a:ext>
            </a:extLst>
          </p:cNvPr>
          <p:cNvCxnSpPr/>
          <p:nvPr/>
        </p:nvCxnSpPr>
        <p:spPr>
          <a:xfrm>
            <a:off x="13283380" y="2200873"/>
            <a:ext cx="2273643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2" name="Connettore diritto 31">
            <a:extLst>
              <a:ext uri="{FF2B5EF4-FFF2-40B4-BE49-F238E27FC236}">
                <a16:creationId xmlns:a16="http://schemas.microsoft.com/office/drawing/2014/main" id="{CAAF4E07-8D19-0433-EB86-1C6DBE706E53}"/>
              </a:ext>
            </a:extLst>
          </p:cNvPr>
          <p:cNvCxnSpPr/>
          <p:nvPr/>
        </p:nvCxnSpPr>
        <p:spPr>
          <a:xfrm>
            <a:off x="13283381" y="1721708"/>
            <a:ext cx="2273643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33" name="CasellaDiTesto 32">
            <a:extLst>
              <a:ext uri="{FF2B5EF4-FFF2-40B4-BE49-F238E27FC236}">
                <a16:creationId xmlns:a16="http://schemas.microsoft.com/office/drawing/2014/main" id="{EA4EDAFE-C65F-A724-2027-CCE736D17486}"/>
              </a:ext>
            </a:extLst>
          </p:cNvPr>
          <p:cNvSpPr txBox="1"/>
          <p:nvPr/>
        </p:nvSpPr>
        <p:spPr>
          <a:xfrm>
            <a:off x="14065975" y="1352376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A</a:t>
            </a:r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F95ED297-C9AF-9382-E855-05D5FD8CF338}"/>
              </a:ext>
            </a:extLst>
          </p:cNvPr>
          <p:cNvSpPr txBox="1"/>
          <p:nvPr/>
        </p:nvSpPr>
        <p:spPr>
          <a:xfrm>
            <a:off x="14059698" y="1831541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B</a:t>
            </a:r>
          </a:p>
        </p:txBody>
      </p:sp>
      <p:pic>
        <p:nvPicPr>
          <p:cNvPr id="35" name="Immagine 34">
            <a:extLst>
              <a:ext uri="{FF2B5EF4-FFF2-40B4-BE49-F238E27FC236}">
                <a16:creationId xmlns:a16="http://schemas.microsoft.com/office/drawing/2014/main" id="{9BC7A75F-7800-DD98-F3E5-2EC4341C1F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0373" y="2557848"/>
            <a:ext cx="2462480" cy="2112236"/>
          </a:xfrm>
          <a:prstGeom prst="rect">
            <a:avLst/>
          </a:prstGeom>
        </p:spPr>
      </p:pic>
      <p:cxnSp>
        <p:nvCxnSpPr>
          <p:cNvPr id="37" name="Connettore diritto 36">
            <a:extLst>
              <a:ext uri="{FF2B5EF4-FFF2-40B4-BE49-F238E27FC236}">
                <a16:creationId xmlns:a16="http://schemas.microsoft.com/office/drawing/2014/main" id="{9CF454BE-0FB1-3EFD-6118-2BB0BEBEC3A1}"/>
              </a:ext>
            </a:extLst>
          </p:cNvPr>
          <p:cNvCxnSpPr/>
          <p:nvPr/>
        </p:nvCxnSpPr>
        <p:spPr>
          <a:xfrm>
            <a:off x="4991450" y="855677"/>
            <a:ext cx="0" cy="450488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6742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21161-0968-827C-F31F-227BA650A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48D0DB09-68BA-3B6D-BFA2-D9F35EB0AAA0}"/>
              </a:ext>
            </a:extLst>
          </p:cNvPr>
          <p:cNvSpPr/>
          <p:nvPr/>
        </p:nvSpPr>
        <p:spPr>
          <a:xfrm>
            <a:off x="642551" y="1136822"/>
            <a:ext cx="2866768" cy="28420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/>
              <a:t>Uc</a:t>
            </a:r>
            <a:endParaRPr lang="it-IT" dirty="0"/>
          </a:p>
          <a:p>
            <a:pPr algn="ctr"/>
            <a:endParaRPr lang="it-IT" dirty="0"/>
          </a:p>
          <a:p>
            <a:pPr algn="ctr"/>
            <a:endParaRPr lang="it-IT" dirty="0"/>
          </a:p>
          <a:p>
            <a:pPr algn="ctr"/>
            <a:endParaRPr lang="it-IT" dirty="0"/>
          </a:p>
          <a:p>
            <a:pPr algn="ctr"/>
            <a:r>
              <a:rPr lang="it-IT" dirty="0"/>
              <a:t>UART/USART</a:t>
            </a:r>
          </a:p>
        </p:txBody>
      </p: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E3F9D398-C698-5EBA-3169-ED3A9F8D94AD}"/>
              </a:ext>
            </a:extLst>
          </p:cNvPr>
          <p:cNvCxnSpPr/>
          <p:nvPr/>
        </p:nvCxnSpPr>
        <p:spPr>
          <a:xfrm>
            <a:off x="3509319" y="3031524"/>
            <a:ext cx="22736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8F15A307-36FE-B5CC-CCFF-505C69EABCE7}"/>
              </a:ext>
            </a:extLst>
          </p:cNvPr>
          <p:cNvSpPr txBox="1"/>
          <p:nvPr/>
        </p:nvSpPr>
        <p:spPr>
          <a:xfrm>
            <a:off x="4464840" y="2662192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tx</a:t>
            </a:r>
            <a:endParaRPr lang="it-IT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C9F8527F-1E74-802E-2AE5-EA1032964E38}"/>
              </a:ext>
            </a:extLst>
          </p:cNvPr>
          <p:cNvSpPr txBox="1"/>
          <p:nvPr/>
        </p:nvSpPr>
        <p:spPr>
          <a:xfrm>
            <a:off x="4464840" y="2188517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rx</a:t>
            </a:r>
          </a:p>
        </p:txBody>
      </p:sp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365CB197-3817-C575-1B53-84A649898625}"/>
              </a:ext>
            </a:extLst>
          </p:cNvPr>
          <p:cNvCxnSpPr/>
          <p:nvPr/>
        </p:nvCxnSpPr>
        <p:spPr>
          <a:xfrm>
            <a:off x="3439297" y="2545492"/>
            <a:ext cx="22736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ttangolo 1">
            <a:extLst>
              <a:ext uri="{FF2B5EF4-FFF2-40B4-BE49-F238E27FC236}">
                <a16:creationId xmlns:a16="http://schemas.microsoft.com/office/drawing/2014/main" id="{253283FF-9B67-FE96-41C9-0519335DC5D4}"/>
              </a:ext>
            </a:extLst>
          </p:cNvPr>
          <p:cNvSpPr/>
          <p:nvPr/>
        </p:nvSpPr>
        <p:spPr>
          <a:xfrm>
            <a:off x="5704569" y="1241165"/>
            <a:ext cx="1491049" cy="28420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TTL-RS485</a:t>
            </a:r>
          </a:p>
        </p:txBody>
      </p: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E7EA27B4-CFF9-6580-C89B-C6FFA1526C27}"/>
              </a:ext>
            </a:extLst>
          </p:cNvPr>
          <p:cNvCxnSpPr/>
          <p:nvPr/>
        </p:nvCxnSpPr>
        <p:spPr>
          <a:xfrm>
            <a:off x="3439297" y="1556951"/>
            <a:ext cx="234366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83D6BC70-6CF9-1758-CB5A-EB81943B9598}"/>
              </a:ext>
            </a:extLst>
          </p:cNvPr>
          <p:cNvSpPr txBox="1"/>
          <p:nvPr/>
        </p:nvSpPr>
        <p:spPr>
          <a:xfrm>
            <a:off x="4386448" y="1228809"/>
            <a:ext cx="995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ENABLE</a:t>
            </a:r>
          </a:p>
        </p:txBody>
      </p:sp>
      <p:cxnSp>
        <p:nvCxnSpPr>
          <p:cNvPr id="11" name="Connettore diritto 10">
            <a:extLst>
              <a:ext uri="{FF2B5EF4-FFF2-40B4-BE49-F238E27FC236}">
                <a16:creationId xmlns:a16="http://schemas.microsoft.com/office/drawing/2014/main" id="{3B65E1B5-5E8D-D546-81B1-635DBE1BDCD2}"/>
              </a:ext>
            </a:extLst>
          </p:cNvPr>
          <p:cNvCxnSpPr/>
          <p:nvPr/>
        </p:nvCxnSpPr>
        <p:spPr>
          <a:xfrm>
            <a:off x="7195617" y="2188517"/>
            <a:ext cx="2273643" cy="0"/>
          </a:xfrm>
          <a:prstGeom prst="line">
            <a:avLst/>
          </a:prstGeom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2" name="Connettore diritto 11">
            <a:extLst>
              <a:ext uri="{FF2B5EF4-FFF2-40B4-BE49-F238E27FC236}">
                <a16:creationId xmlns:a16="http://schemas.microsoft.com/office/drawing/2014/main" id="{816763C0-0DDE-10B5-8618-E550DB51E7F3}"/>
              </a:ext>
            </a:extLst>
          </p:cNvPr>
          <p:cNvCxnSpPr/>
          <p:nvPr/>
        </p:nvCxnSpPr>
        <p:spPr>
          <a:xfrm>
            <a:off x="7195618" y="1709352"/>
            <a:ext cx="2273643" cy="0"/>
          </a:xfrm>
          <a:prstGeom prst="line">
            <a:avLst/>
          </a:prstGeom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16A605F1-CE76-8460-7380-7DE1C4F03E80}"/>
              </a:ext>
            </a:extLst>
          </p:cNvPr>
          <p:cNvSpPr txBox="1"/>
          <p:nvPr/>
        </p:nvSpPr>
        <p:spPr>
          <a:xfrm>
            <a:off x="7978212" y="1340020"/>
            <a:ext cx="3209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A</a:t>
            </a: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5F7274F2-3005-099D-97CE-AB36CE0878A1}"/>
              </a:ext>
            </a:extLst>
          </p:cNvPr>
          <p:cNvSpPr txBox="1"/>
          <p:nvPr/>
        </p:nvSpPr>
        <p:spPr>
          <a:xfrm>
            <a:off x="7971935" y="1819185"/>
            <a:ext cx="324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B</a:t>
            </a:r>
          </a:p>
        </p:txBody>
      </p:sp>
      <p:pic>
        <p:nvPicPr>
          <p:cNvPr id="16" name="Immagine 15">
            <a:extLst>
              <a:ext uri="{FF2B5EF4-FFF2-40B4-BE49-F238E27FC236}">
                <a16:creationId xmlns:a16="http://schemas.microsoft.com/office/drawing/2014/main" id="{79CB1288-2291-A14F-EC60-7D5600909C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2610" y="2545492"/>
            <a:ext cx="2462480" cy="2112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284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42069B-B484-4BC2-777A-7F44CCE937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3">
            <a:extLst>
              <a:ext uri="{FF2B5EF4-FFF2-40B4-BE49-F238E27FC236}">
                <a16:creationId xmlns:a16="http://schemas.microsoft.com/office/drawing/2014/main" id="{A895C0BD-7839-8AE0-A670-3B424546158F}"/>
              </a:ext>
            </a:extLst>
          </p:cNvPr>
          <p:cNvSpPr/>
          <p:nvPr/>
        </p:nvSpPr>
        <p:spPr>
          <a:xfrm>
            <a:off x="642551" y="1136822"/>
            <a:ext cx="2866768" cy="28420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/>
              <a:t>Uc</a:t>
            </a:r>
            <a:endParaRPr lang="it-IT" dirty="0"/>
          </a:p>
          <a:p>
            <a:pPr algn="ctr"/>
            <a:endParaRPr lang="it-IT" dirty="0"/>
          </a:p>
          <a:p>
            <a:pPr algn="ctr"/>
            <a:endParaRPr lang="it-IT" dirty="0"/>
          </a:p>
          <a:p>
            <a:pPr algn="ctr"/>
            <a:endParaRPr lang="it-IT" dirty="0"/>
          </a:p>
          <a:p>
            <a:pPr algn="ctr"/>
            <a:r>
              <a:rPr lang="it-IT" dirty="0"/>
              <a:t>UART/USART</a:t>
            </a:r>
          </a:p>
        </p:txBody>
      </p:sp>
      <p:cxnSp>
        <p:nvCxnSpPr>
          <p:cNvPr id="6" name="Connettore diritto 5">
            <a:extLst>
              <a:ext uri="{FF2B5EF4-FFF2-40B4-BE49-F238E27FC236}">
                <a16:creationId xmlns:a16="http://schemas.microsoft.com/office/drawing/2014/main" id="{DBE99359-DB43-FED7-CC50-8AA08654A1A1}"/>
              </a:ext>
            </a:extLst>
          </p:cNvPr>
          <p:cNvCxnSpPr/>
          <p:nvPr/>
        </p:nvCxnSpPr>
        <p:spPr>
          <a:xfrm>
            <a:off x="3509319" y="3031524"/>
            <a:ext cx="22736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078C2D1D-B79C-C417-8C27-EDCEF62E9942}"/>
              </a:ext>
            </a:extLst>
          </p:cNvPr>
          <p:cNvSpPr txBox="1"/>
          <p:nvPr/>
        </p:nvSpPr>
        <p:spPr>
          <a:xfrm>
            <a:off x="4464840" y="2662192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tx</a:t>
            </a:r>
            <a:endParaRPr lang="it-IT" dirty="0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FEBEFB96-4020-1E70-51B2-239BDCCC4E1F}"/>
              </a:ext>
            </a:extLst>
          </p:cNvPr>
          <p:cNvSpPr txBox="1"/>
          <p:nvPr/>
        </p:nvSpPr>
        <p:spPr>
          <a:xfrm>
            <a:off x="4464840" y="2188517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rx</a:t>
            </a:r>
          </a:p>
        </p:txBody>
      </p:sp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68AE8584-7311-B30C-4645-9625F61E8EBC}"/>
              </a:ext>
            </a:extLst>
          </p:cNvPr>
          <p:cNvCxnSpPr/>
          <p:nvPr/>
        </p:nvCxnSpPr>
        <p:spPr>
          <a:xfrm>
            <a:off x="3439297" y="2545492"/>
            <a:ext cx="22736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ttangolo 1">
            <a:extLst>
              <a:ext uri="{FF2B5EF4-FFF2-40B4-BE49-F238E27FC236}">
                <a16:creationId xmlns:a16="http://schemas.microsoft.com/office/drawing/2014/main" id="{6EB8CA68-E5B6-52BF-830A-B42597EF9523}"/>
              </a:ext>
            </a:extLst>
          </p:cNvPr>
          <p:cNvSpPr/>
          <p:nvPr/>
        </p:nvSpPr>
        <p:spPr>
          <a:xfrm>
            <a:off x="7690021" y="1241165"/>
            <a:ext cx="2866768" cy="2842054"/>
          </a:xfrm>
          <a:prstGeom prst="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 err="1"/>
              <a:t>Uc</a:t>
            </a:r>
            <a:endParaRPr lang="it-IT" dirty="0"/>
          </a:p>
          <a:p>
            <a:pPr algn="ctr"/>
            <a:endParaRPr lang="it-IT" dirty="0"/>
          </a:p>
          <a:p>
            <a:pPr algn="ctr"/>
            <a:endParaRPr lang="it-IT" dirty="0"/>
          </a:p>
          <a:p>
            <a:pPr algn="ctr"/>
            <a:endParaRPr lang="it-IT" dirty="0"/>
          </a:p>
          <a:p>
            <a:pPr algn="ctr"/>
            <a:r>
              <a:rPr lang="it-IT" dirty="0"/>
              <a:t>UART/USART</a:t>
            </a:r>
          </a:p>
        </p:txBody>
      </p:sp>
      <p:cxnSp>
        <p:nvCxnSpPr>
          <p:cNvPr id="3" name="Connettore diritto 2">
            <a:extLst>
              <a:ext uri="{FF2B5EF4-FFF2-40B4-BE49-F238E27FC236}">
                <a16:creationId xmlns:a16="http://schemas.microsoft.com/office/drawing/2014/main" id="{00436BBC-1780-F27F-E138-95ACDE02892C}"/>
              </a:ext>
            </a:extLst>
          </p:cNvPr>
          <p:cNvCxnSpPr/>
          <p:nvPr/>
        </p:nvCxnSpPr>
        <p:spPr>
          <a:xfrm>
            <a:off x="5782962" y="2541373"/>
            <a:ext cx="2273643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2E2D7967-6A3C-3296-D45A-49E1D362B404}"/>
              </a:ext>
            </a:extLst>
          </p:cNvPr>
          <p:cNvCxnSpPr/>
          <p:nvPr/>
        </p:nvCxnSpPr>
        <p:spPr>
          <a:xfrm>
            <a:off x="5844746" y="3031524"/>
            <a:ext cx="2273643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70C7EC03-0BA0-7950-80B4-B5CB21CE6ED1}"/>
              </a:ext>
            </a:extLst>
          </p:cNvPr>
          <p:cNvSpPr txBox="1"/>
          <p:nvPr/>
        </p:nvSpPr>
        <p:spPr>
          <a:xfrm>
            <a:off x="6520181" y="2662192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rx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7D5F76AD-4868-E014-8C2F-D0D6A4833B88}"/>
              </a:ext>
            </a:extLst>
          </p:cNvPr>
          <p:cNvSpPr txBox="1"/>
          <p:nvPr/>
        </p:nvSpPr>
        <p:spPr>
          <a:xfrm>
            <a:off x="6491486" y="2185083"/>
            <a:ext cx="3626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 err="1"/>
              <a:t>tx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13870389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46</Words>
  <Application>Microsoft Office PowerPoint</Application>
  <PresentationFormat>Widescreen</PresentationFormat>
  <Paragraphs>52</Paragraphs>
  <Slides>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 Meneghel</dc:creator>
  <cp:lastModifiedBy>Marco Meneghel</cp:lastModifiedBy>
  <cp:revision>1</cp:revision>
  <dcterms:created xsi:type="dcterms:W3CDTF">2025-02-17T15:17:27Z</dcterms:created>
  <dcterms:modified xsi:type="dcterms:W3CDTF">2025-02-17T15:24:09Z</dcterms:modified>
</cp:coreProperties>
</file>