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35B0C7-7AE7-9108-6524-57190D9AC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BDC11C6-619D-B433-E447-FE221AD1C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AC5F7D1-EF47-A54A-E397-C72EE7035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A711-7E55-4722-ABA1-4A785DFCAC23}" type="datetimeFigureOut">
              <a:rPr lang="it-IT" smtClean="0"/>
              <a:t>16/01/2025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6C9D07-AC8C-0DD0-3DDC-612CF235A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CBBA99A-1A56-9EA1-76D3-C6D8DD0D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E333-2883-4A57-A3FD-F0FD0F2488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4135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CD2846-7A15-A1CE-3572-E237627D4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F82515-3423-AFEE-44AD-09F8739D6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2F6684-0E2E-EBA8-E47A-DA4B0848C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A711-7E55-4722-ABA1-4A785DFCAC23}" type="datetimeFigureOut">
              <a:rPr lang="it-IT" smtClean="0"/>
              <a:t>16/01/2025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E7BDDB8-21B9-59DF-BEBA-6F0A140CA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D0E8107-CB78-D520-7659-1726F5F7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E333-2883-4A57-A3FD-F0FD0F2488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212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ED83FC-5272-FDA1-A932-D0D2E6898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0DCAF05-04B9-D0C2-9DA8-F3B32EB0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13F170-53F8-F9C0-1263-7AF4B97DC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A711-7E55-4722-ABA1-4A785DFCAC23}" type="datetimeFigureOut">
              <a:rPr lang="it-IT" smtClean="0"/>
              <a:t>16/01/2025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3033C3-E3A8-B87E-6E2B-6B1847762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8E7511-BB71-9430-3E7A-925AC392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E333-2883-4A57-A3FD-F0FD0F2488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1907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D4D5BB-4DF4-A5AB-5998-5A15E2B9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5DDDBA-8DB8-E94A-6E06-F3E915950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8D05296-85B0-C1B4-C27B-49E7BCF58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C0643A1-1F02-9CD8-ED1A-0C2DDBF4A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A711-7E55-4722-ABA1-4A785DFCAC23}" type="datetimeFigureOut">
              <a:rPr lang="it-IT" smtClean="0"/>
              <a:t>16/01/2025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CEAD7D4-F1CC-A5AA-8A92-37494A01B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F01C757-D297-264E-D088-E1C669254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E333-2883-4A57-A3FD-F0FD0F2488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3146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B9E516-5CF3-2755-7BC0-0CB99889C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A9A3F09-0D5C-5849-96E1-3A78137FF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EBA23C6-CA74-A5A2-B0C6-CD2DEC462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97A4629-FF87-0218-430B-E3DB05AC2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F0AC1B5-1F16-91DD-E470-20944D0B2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FEE52AA-B220-455B-4785-176860B77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A711-7E55-4722-ABA1-4A785DFCAC23}" type="datetimeFigureOut">
              <a:rPr lang="it-IT" smtClean="0"/>
              <a:t>16/01/2025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99746F6-367D-A38F-247A-020D7102D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56D80A1-74B7-986D-6E02-F08AA6FE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E333-2883-4A57-A3FD-F0FD0F2488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15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4C7C85-3334-26F9-39D2-57CD54F29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AF34667-49E0-8B1E-90B7-0090FB469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A711-7E55-4722-ABA1-4A785DFCAC23}" type="datetimeFigureOut">
              <a:rPr lang="it-IT" smtClean="0"/>
              <a:t>16/01/2025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5EE230B-D20A-A7A6-A8A4-B0075EA4D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4CBC505-9946-F320-86DA-FCB08721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E333-2883-4A57-A3FD-F0FD0F2488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581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1ADE326-4DBC-439C-D030-30271454E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A711-7E55-4722-ABA1-4A785DFCAC23}" type="datetimeFigureOut">
              <a:rPr lang="it-IT" smtClean="0"/>
              <a:t>16/01/2025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6AE9E2F-902B-93E1-9893-047DE69F2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31B0B0-D745-52EF-5C3C-D803AE55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E333-2883-4A57-A3FD-F0FD0F2488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837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390105-01CE-8CEE-2850-998B70545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EDD2F4-925F-8C7B-98FC-FDA1CB6C7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532C7D7-BE27-9251-E1DD-53BCC26CD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7B5F7F3-8B3C-A78B-0D3D-0AEC4B8A4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A711-7E55-4722-ABA1-4A785DFCAC23}" type="datetimeFigureOut">
              <a:rPr lang="it-IT" smtClean="0"/>
              <a:t>16/01/2025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5A21342-DE99-F4F2-8795-9A40F39B5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3B3235-B1AB-3B97-9A16-B3CB0C68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E333-2883-4A57-A3FD-F0FD0F2488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440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0B1221-7673-E144-93A7-7B18C92D3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110F0FB-7E33-C40C-CBDF-52D71D8A34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3FF5EF-BCE0-A8ED-E620-982168DB3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95240DF-0BF5-C99C-7511-E07A240BB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A711-7E55-4722-ABA1-4A785DFCAC23}" type="datetimeFigureOut">
              <a:rPr lang="it-IT" smtClean="0"/>
              <a:t>16/01/2025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10C8393-A9A8-5C0F-C44E-3BB20A9C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CD41366-5DD4-5F77-A98B-0E8853408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E333-2883-4A57-A3FD-F0FD0F2488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6292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17B959-B2D8-0B87-64E1-E4E70465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172B856-8146-B479-C920-BBDB7C3AA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0C1F6A-0F02-4E69-1255-B622E7153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A711-7E55-4722-ABA1-4A785DFCAC23}" type="datetimeFigureOut">
              <a:rPr lang="it-IT" smtClean="0"/>
              <a:t>16/01/2025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25ADC46-688F-CADB-86FE-1F24351F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AF733B-A162-1A2C-B83E-14FACE139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E333-2883-4A57-A3FD-F0FD0F2488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9403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793F0F7-5C1F-C619-D946-A40F9799D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C045C23-2B07-C84D-5A0A-8F74CE73C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B656E0-9A9F-5E43-DB80-93C0E795E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A711-7E55-4722-ABA1-4A785DFCAC23}" type="datetimeFigureOut">
              <a:rPr lang="it-IT" smtClean="0"/>
              <a:t>16/01/2025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AF4F8-A5C2-9559-9824-22AF281D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4BF1D2F-2D5F-A029-17E7-E0681F4A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E333-2883-4A57-A3FD-F0FD0F2488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1060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7A79AFD-AFB9-BC43-9B21-2A6EB453E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C8023FB-0642-6C39-D474-9FFBF760C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0B864E-D62A-E59A-003D-BAEA20D9F6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9A711-7E55-4722-ABA1-4A785DFCAC23}" type="datetimeFigureOut">
              <a:rPr lang="it-IT" smtClean="0"/>
              <a:t>16/01/2025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5E022F-A90E-4FE5-6D48-1A5331369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E72BCEF-C1DA-A871-CDEC-CABEB2559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8E333-2883-4A57-A3FD-F0FD0F2488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326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A97C31D8-1D40-54E2-DD9B-BBA280DCEA92}"/>
              </a:ext>
            </a:extLst>
          </p:cNvPr>
          <p:cNvSpPr txBox="1"/>
          <p:nvPr/>
        </p:nvSpPr>
        <p:spPr>
          <a:xfrm>
            <a:off x="551935" y="502508"/>
            <a:ext cx="1931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Download del FW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CA18CBB-857D-5D41-CF38-9FF82A19B902}"/>
              </a:ext>
            </a:extLst>
          </p:cNvPr>
          <p:cNvSpPr txBox="1"/>
          <p:nvPr/>
        </p:nvSpPr>
        <p:spPr>
          <a:xfrm>
            <a:off x="563817" y="1539104"/>
            <a:ext cx="111503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Comando al FW di </a:t>
            </a:r>
            <a:r>
              <a:rPr lang="it-IT" dirty="0" err="1"/>
              <a:t>run</a:t>
            </a:r>
            <a:r>
              <a:rPr lang="it-IT" dirty="0"/>
              <a:t> che c’è un update del FW, il FW di RUN deve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Scrittura dei parametri necessari  in </a:t>
            </a:r>
            <a:r>
              <a:rPr lang="it-IT" dirty="0" err="1"/>
              <a:t>nvm</a:t>
            </a:r>
            <a:r>
              <a:rPr lang="it-IT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dirty="0"/>
              <a:t>IP/SUB/GTW/DHCP del pc «server» (modbus)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Invio del comando di </a:t>
            </a:r>
            <a:r>
              <a:rPr lang="it-IT" dirty="0" err="1"/>
              <a:t>bootmode</a:t>
            </a:r>
            <a:r>
              <a:rPr lang="it-IT" dirty="0"/>
              <a:t> al STM32 (?) -&gt; demandiamo al </a:t>
            </a:r>
            <a:r>
              <a:rPr lang="it-IT" dirty="0" err="1"/>
              <a:t>bootloader</a:t>
            </a:r>
            <a:r>
              <a:rPr lang="it-IT" dirty="0"/>
              <a:t> SI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Stato di avvio in boot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Riavvio del dispositivo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E0062C3-981A-A15A-EEC2-CD0C8440A01E}"/>
              </a:ext>
            </a:extLst>
          </p:cNvPr>
          <p:cNvSpPr txBox="1"/>
          <p:nvPr/>
        </p:nvSpPr>
        <p:spPr>
          <a:xfrm>
            <a:off x="563817" y="1078471"/>
            <a:ext cx="3039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UCS case 1: FW di </a:t>
            </a:r>
            <a:r>
              <a:rPr lang="it-IT" dirty="0" err="1"/>
              <a:t>Run</a:t>
            </a:r>
            <a:r>
              <a:rPr lang="it-IT" dirty="0"/>
              <a:t> attivo</a:t>
            </a:r>
          </a:p>
        </p:txBody>
      </p:sp>
    </p:spTree>
    <p:extLst>
      <p:ext uri="{BB962C8B-B14F-4D97-AF65-F5344CB8AC3E}">
        <p14:creationId xmlns:p14="http://schemas.microsoft.com/office/powerpoint/2010/main" val="729648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7EA7C-A287-C540-D612-8256AE056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98F2292-CB09-87CB-4876-F06F4ECB0769}"/>
              </a:ext>
            </a:extLst>
          </p:cNvPr>
          <p:cNvSpPr txBox="1"/>
          <p:nvPr/>
        </p:nvSpPr>
        <p:spPr>
          <a:xfrm>
            <a:off x="551935" y="502508"/>
            <a:ext cx="1931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Download del FW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210CC0D-838E-B460-CB69-264FD5695B51}"/>
              </a:ext>
            </a:extLst>
          </p:cNvPr>
          <p:cNvSpPr txBox="1"/>
          <p:nvPr/>
        </p:nvSpPr>
        <p:spPr>
          <a:xfrm>
            <a:off x="563817" y="1539104"/>
            <a:ext cx="111503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Avvio in boot: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Verifico del flag di boot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dirty="0"/>
              <a:t>Sono in </a:t>
            </a:r>
            <a:r>
              <a:rPr lang="it-IT" dirty="0" err="1"/>
              <a:t>run</a:t>
            </a:r>
            <a:r>
              <a:rPr lang="it-IT" dirty="0"/>
              <a:t>: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it-IT" dirty="0"/>
              <a:t>Check </a:t>
            </a:r>
            <a:r>
              <a:rPr lang="it-IT" dirty="0" err="1"/>
              <a:t>crc</a:t>
            </a:r>
            <a:r>
              <a:rPr lang="it-IT" dirty="0"/>
              <a:t> del FW del ESP32(?)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it-IT" dirty="0"/>
              <a:t>KO -&gt; rimane in boot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it-IT" dirty="0">
                <a:highlight>
                  <a:srgbClr val="00FF00"/>
                </a:highlight>
              </a:rPr>
              <a:t>OK-&gt; avvio del FW di RUN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7ACEC46-A638-ACB0-1100-5F48FF258790}"/>
              </a:ext>
            </a:extLst>
          </p:cNvPr>
          <p:cNvSpPr txBox="1"/>
          <p:nvPr/>
        </p:nvSpPr>
        <p:spPr>
          <a:xfrm>
            <a:off x="563817" y="1078471"/>
            <a:ext cx="3039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UCS case 1: FW di </a:t>
            </a:r>
            <a:r>
              <a:rPr lang="it-IT" dirty="0" err="1"/>
              <a:t>Run</a:t>
            </a:r>
            <a:r>
              <a:rPr lang="it-IT" dirty="0"/>
              <a:t> attivo</a:t>
            </a:r>
          </a:p>
        </p:txBody>
      </p:sp>
    </p:spTree>
    <p:extLst>
      <p:ext uri="{BB962C8B-B14F-4D97-AF65-F5344CB8AC3E}">
        <p14:creationId xmlns:p14="http://schemas.microsoft.com/office/powerpoint/2010/main" val="3369575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2B3EA-BA41-99A9-857E-80EDD4A79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E1D186-F5B0-DD93-D52A-06395EC6DEAB}"/>
              </a:ext>
            </a:extLst>
          </p:cNvPr>
          <p:cNvSpPr txBox="1"/>
          <p:nvPr/>
        </p:nvSpPr>
        <p:spPr>
          <a:xfrm>
            <a:off x="551935" y="502508"/>
            <a:ext cx="1669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SONO in BOOT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C9C0096-64D8-3261-7387-6C511FB8F48F}"/>
              </a:ext>
            </a:extLst>
          </p:cNvPr>
          <p:cNvSpPr txBox="1"/>
          <p:nvPr/>
        </p:nvSpPr>
        <p:spPr>
          <a:xfrm>
            <a:off x="563817" y="1539104"/>
            <a:ext cx="1115038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Sono in boot: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Caricamento parametri ETH o/e </a:t>
            </a:r>
            <a:r>
              <a:rPr lang="it-IT" sz="1400" dirty="0" err="1"/>
              <a:t>wifi</a:t>
            </a:r>
            <a:r>
              <a:rPr lang="it-IT" sz="1400" dirty="0"/>
              <a:t> se presenti (flag di modello)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Avvio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wifi</a:t>
            </a:r>
            <a:r>
              <a:rPr lang="it-IT" sz="1400" dirty="0"/>
              <a:t>/</a:t>
            </a:r>
            <a:r>
              <a:rPr lang="it-IT" sz="1400" dirty="0" err="1"/>
              <a:t>eth</a:t>
            </a:r>
            <a:r>
              <a:rPr lang="it-IT" sz="1400" dirty="0"/>
              <a:t>  (</a:t>
            </a:r>
            <a:r>
              <a:rPr lang="it-IT" sz="1400" dirty="0" err="1"/>
              <a:t>retry</a:t>
            </a:r>
            <a:r>
              <a:rPr lang="it-IT" sz="1400" dirty="0"/>
              <a:t> continuativi </a:t>
            </a:r>
            <a:r>
              <a:rPr lang="it-IT" sz="1400" dirty="0">
                <a:highlight>
                  <a:srgbClr val="FFFF00"/>
                </a:highlight>
              </a:rPr>
              <a:t>?</a:t>
            </a:r>
            <a:r>
              <a:rPr lang="it-IT" sz="1400" dirty="0"/>
              <a:t>) 	:NOK -&gt; (CODICE ERR «FATAL ERROR»)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tcp-Ip</a:t>
            </a:r>
            <a:r>
              <a:rPr lang="it-IT" sz="1400" dirty="0"/>
              <a:t> 			 :NOK -&gt; (CODICE ERR «FATAL ERROR»)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Mqtt</a:t>
            </a:r>
            <a:r>
              <a:rPr lang="it-IT" sz="1400" dirty="0"/>
              <a:t>			 :NOK -&gt; (CODICE ERR «FATAL ERROR»)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Dispaly</a:t>
            </a:r>
            <a:r>
              <a:rPr lang="it-IT" sz="1400" dirty="0"/>
              <a:t>			 :NOK -&gt; (CODICE ERR «FATAL ERROR»)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400" u="sng" dirty="0"/>
              <a:t>Modbus	</a:t>
            </a:r>
            <a:r>
              <a:rPr lang="it-IT" sz="1400" dirty="0"/>
              <a:t>		 :NOK -&gt; (CODICE ERR «FATAL ERROR»)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400" dirty="0"/>
              <a:t>STM32			: NOK (</a:t>
            </a:r>
            <a:r>
              <a:rPr lang="it-IT" sz="1400" dirty="0" err="1"/>
              <a:t>timeout</a:t>
            </a:r>
            <a:r>
              <a:rPr lang="it-IT" sz="1400" dirty="0"/>
              <a:t> comunicazione dopo k tentativi #define)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b="1" dirty="0"/>
              <a:t>Ping al server configurato </a:t>
            </a:r>
            <a:r>
              <a:rPr lang="it-IT" sz="1400" dirty="0"/>
              <a:t>«</a:t>
            </a:r>
            <a:r>
              <a:rPr lang="it-IT" sz="1400" dirty="0" err="1"/>
              <a:t>fail</a:t>
            </a:r>
            <a:r>
              <a:rPr lang="it-IT" sz="1400" dirty="0"/>
              <a:t> dopo k tentativi (#define)» con valutazione della qualità di rete: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400" dirty="0"/>
              <a:t>OK:  tentativo di </a:t>
            </a:r>
            <a:r>
              <a:rPr lang="it-IT" sz="1400" b="1" dirty="0"/>
              <a:t>connessione al servizio </a:t>
            </a:r>
            <a:r>
              <a:rPr lang="it-IT" sz="1400" b="1" dirty="0" err="1"/>
              <a:t>mqtt</a:t>
            </a:r>
            <a:r>
              <a:rPr lang="it-IT" sz="1400" dirty="0"/>
              <a:t>: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it-IT" sz="1400" dirty="0"/>
              <a:t>OK: inizio </a:t>
            </a:r>
            <a:r>
              <a:rPr lang="it-IT" sz="1400" b="1" dirty="0"/>
              <a:t>procedura di download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it-IT" sz="1400" dirty="0"/>
              <a:t>NOK: 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it-IT" sz="1400" dirty="0"/>
              <a:t>Pc non ha il servizio disponibile(CODICE ERR «SERVIZIO NON DISPONIBILE»)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it-IT" sz="1400" dirty="0"/>
              <a:t>Continua i </a:t>
            </a:r>
            <a:r>
              <a:rPr lang="it-IT" sz="1400" dirty="0" err="1"/>
              <a:t>tenativi</a:t>
            </a:r>
            <a:r>
              <a:rPr lang="it-IT" sz="1400" dirty="0"/>
              <a:t> di «</a:t>
            </a:r>
            <a:r>
              <a:rPr lang="it-IT" sz="1400" b="1" dirty="0"/>
              <a:t>connessione al servizio </a:t>
            </a:r>
            <a:r>
              <a:rPr lang="it-IT" sz="1400" b="1" dirty="0" err="1"/>
              <a:t>mqtt</a:t>
            </a:r>
            <a:r>
              <a:rPr lang="it-IT" sz="1400" b="1" dirty="0"/>
              <a:t>»</a:t>
            </a:r>
            <a:endParaRPr lang="it-IT" sz="1400" dirty="0"/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it-IT" sz="1400" dirty="0"/>
              <a:t>Processo di </a:t>
            </a:r>
            <a:r>
              <a:rPr lang="it-IT" sz="1400" dirty="0" err="1"/>
              <a:t>ping</a:t>
            </a:r>
            <a:r>
              <a:rPr lang="it-IT" sz="1400" dirty="0"/>
              <a:t> continua a girare per verifica qualità rete (CODICE ERR «RETE INSTABILE»)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it-IT" sz="1400" dirty="0"/>
              <a:t>Torna al «</a:t>
            </a:r>
            <a:r>
              <a:rPr lang="it-IT" sz="1400" b="1" dirty="0"/>
              <a:t>Ping al server configurato</a:t>
            </a:r>
            <a:r>
              <a:rPr lang="it-IT" sz="1400" dirty="0"/>
              <a:t>»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400" dirty="0"/>
              <a:t>NOK: (CODICE ERR «RETE INSTABILE») continua i tentativi di </a:t>
            </a:r>
            <a:r>
              <a:rPr lang="it-IT" sz="1400" dirty="0" err="1"/>
              <a:t>ping</a:t>
            </a:r>
            <a:endParaRPr lang="it-IT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09178CC-5CBF-3859-A9D8-A44941D419F1}"/>
              </a:ext>
            </a:extLst>
          </p:cNvPr>
          <p:cNvSpPr txBox="1"/>
          <p:nvPr/>
        </p:nvSpPr>
        <p:spPr>
          <a:xfrm>
            <a:off x="563817" y="1078471"/>
            <a:ext cx="3039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UCS case 1: FW di </a:t>
            </a:r>
            <a:r>
              <a:rPr lang="it-IT" dirty="0" err="1"/>
              <a:t>Run</a:t>
            </a:r>
            <a:r>
              <a:rPr lang="it-IT" dirty="0"/>
              <a:t> attivo</a:t>
            </a:r>
          </a:p>
        </p:txBody>
      </p:sp>
    </p:spTree>
    <p:extLst>
      <p:ext uri="{BB962C8B-B14F-4D97-AF65-F5344CB8AC3E}">
        <p14:creationId xmlns:p14="http://schemas.microsoft.com/office/powerpoint/2010/main" val="4135394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558B0E61-2425-0A11-E7F2-EFE64F92018D}"/>
              </a:ext>
            </a:extLst>
          </p:cNvPr>
          <p:cNvSpPr txBox="1"/>
          <p:nvPr/>
        </p:nvSpPr>
        <p:spPr>
          <a:xfrm>
            <a:off x="-1" y="390778"/>
            <a:ext cx="847673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b="1" dirty="0"/>
              <a:t>procedura di download: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400" dirty="0"/>
              <a:t>OK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it-IT" sz="1400" dirty="0"/>
              <a:t>Download STM32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it-IT" sz="1400" dirty="0"/>
              <a:t>Download ESP32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it-IT" sz="1400" dirty="0"/>
              <a:t>Scrittura nella memoria NVM stato di avvio in RUN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it-IT" sz="1400" dirty="0"/>
              <a:t>Reboot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400" dirty="0"/>
              <a:t>NOK: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it-IT" sz="1400" dirty="0"/>
              <a:t>Errore di scrittura in FLASH (CODICE ERR «FATAL ERROR») -&gt; Reboot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it-IT" sz="1400" dirty="0"/>
              <a:t>Errore di download STM32 CODICE ERR «STM32 ERROR»)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it-IT" sz="1400" dirty="0"/>
              <a:t>Errore di qualità rete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it-IT" sz="1400" dirty="0"/>
              <a:t>Errore di tutti i servizi iniziali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360911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92107-1755-8123-3E89-082B851BC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653A550-CEDA-3967-32C2-F1BE6329480E}"/>
              </a:ext>
            </a:extLst>
          </p:cNvPr>
          <p:cNvSpPr txBox="1"/>
          <p:nvPr/>
        </p:nvSpPr>
        <p:spPr>
          <a:xfrm>
            <a:off x="551935" y="502508"/>
            <a:ext cx="1931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Download del FW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C860300-4A86-D2ED-9443-F34ED2923750}"/>
              </a:ext>
            </a:extLst>
          </p:cNvPr>
          <p:cNvSpPr txBox="1"/>
          <p:nvPr/>
        </p:nvSpPr>
        <p:spPr>
          <a:xfrm>
            <a:off x="563817" y="1539104"/>
            <a:ext cx="111503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 caso di fatal </a:t>
            </a:r>
            <a:r>
              <a:rPr lang="it-IT" dirty="0" err="1"/>
              <a:t>error</a:t>
            </a:r>
            <a:r>
              <a:rPr lang="it-IT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Messaggio a display per 5-10 sec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Reboot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891B87F-EAF9-FC20-7D42-15D7DF1D6873}"/>
              </a:ext>
            </a:extLst>
          </p:cNvPr>
          <p:cNvSpPr txBox="1"/>
          <p:nvPr/>
        </p:nvSpPr>
        <p:spPr>
          <a:xfrm>
            <a:off x="563817" y="1078471"/>
            <a:ext cx="2788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UCS case 3: FATAL ERROR</a:t>
            </a:r>
          </a:p>
        </p:txBody>
      </p:sp>
    </p:spTree>
    <p:extLst>
      <p:ext uri="{BB962C8B-B14F-4D97-AF65-F5344CB8AC3E}">
        <p14:creationId xmlns:p14="http://schemas.microsoft.com/office/powerpoint/2010/main" val="403171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C29818C4-D3CC-9720-D20C-59B62D972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396252"/>
              </p:ext>
            </p:extLst>
          </p:nvPr>
        </p:nvGraphicFramePr>
        <p:xfrm>
          <a:off x="873211" y="719666"/>
          <a:ext cx="10181968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492">
                  <a:extLst>
                    <a:ext uri="{9D8B030D-6E8A-4147-A177-3AD203B41FA5}">
                      <a16:colId xmlns:a16="http://schemas.microsoft.com/office/drawing/2014/main" val="1933666175"/>
                    </a:ext>
                  </a:extLst>
                </a:gridCol>
                <a:gridCol w="2545492">
                  <a:extLst>
                    <a:ext uri="{9D8B030D-6E8A-4147-A177-3AD203B41FA5}">
                      <a16:colId xmlns:a16="http://schemas.microsoft.com/office/drawing/2014/main" val="528298934"/>
                    </a:ext>
                  </a:extLst>
                </a:gridCol>
                <a:gridCol w="2545492">
                  <a:extLst>
                    <a:ext uri="{9D8B030D-6E8A-4147-A177-3AD203B41FA5}">
                      <a16:colId xmlns:a16="http://schemas.microsoft.com/office/drawing/2014/main" val="1891664553"/>
                    </a:ext>
                  </a:extLst>
                </a:gridCol>
                <a:gridCol w="2545492">
                  <a:extLst>
                    <a:ext uri="{9D8B030D-6E8A-4147-A177-3AD203B41FA5}">
                      <a16:colId xmlns:a16="http://schemas.microsoft.com/office/drawing/2014/main" val="1382876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CODICE ERR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STRINGA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DESCRIZIONE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78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SERVIZIO NON DISPONIBILE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110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RETE INSTABILE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260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RETE WIFI NON DISPONIBILE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761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RETE ETH NON DISPONIBILE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337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FATAL ERROR ERRORE SCRITTURA IN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56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063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745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441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Meneghel</dc:creator>
  <cp:lastModifiedBy>Marco Meneghel</cp:lastModifiedBy>
  <cp:revision>3</cp:revision>
  <dcterms:created xsi:type="dcterms:W3CDTF">2025-01-14T14:23:12Z</dcterms:created>
  <dcterms:modified xsi:type="dcterms:W3CDTF">2025-01-16T10:43:12Z</dcterms:modified>
</cp:coreProperties>
</file>