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77F5E-F9A0-486B-9439-693998DB013B}" v="13" dt="2024-12-10T14:19:35.022"/>
    <p1510:client id="{E6C0D749-26A9-33D2-5CD5-FFF859D7F0CC}" v="398" dt="2024-12-10T14:16:19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Lazzaro" userId="a23e4c20-3163-405c-af4d-ab31da24808c" providerId="ADAL" clId="{54B77F5E-F9A0-486B-9439-693998DB013B}"/>
    <pc:docChg chg="undo custSel addSld modSld">
      <pc:chgData name="Samuel Lazzaro" userId="a23e4c20-3163-405c-af4d-ab31da24808c" providerId="ADAL" clId="{54B77F5E-F9A0-486B-9439-693998DB013B}" dt="2024-12-10T14:19:38.431" v="902" actId="1076"/>
      <pc:docMkLst>
        <pc:docMk/>
      </pc:docMkLst>
      <pc:sldChg chg="addSp modSp mod">
        <pc:chgData name="Samuel Lazzaro" userId="a23e4c20-3163-405c-af4d-ab31da24808c" providerId="ADAL" clId="{54B77F5E-F9A0-486B-9439-693998DB013B}" dt="2024-12-10T14:01:59.480" v="773" actId="20577"/>
        <pc:sldMkLst>
          <pc:docMk/>
          <pc:sldMk cId="2929632856" sldId="256"/>
        </pc:sldMkLst>
        <pc:spChg chg="mod">
          <ac:chgData name="Samuel Lazzaro" userId="a23e4c20-3163-405c-af4d-ab31da24808c" providerId="ADAL" clId="{54B77F5E-F9A0-486B-9439-693998DB013B}" dt="2024-12-10T10:25:48.289" v="16" actId="1036"/>
          <ac:spMkLst>
            <pc:docMk/>
            <pc:sldMk cId="2929632856" sldId="256"/>
            <ac:spMk id="50" creationId="{BC8CAF3C-FCAD-79D5-4FE5-D25DE368797F}"/>
          </ac:spMkLst>
        </pc:spChg>
        <pc:spChg chg="add mod">
          <ac:chgData name="Samuel Lazzaro" userId="a23e4c20-3163-405c-af4d-ab31da24808c" providerId="ADAL" clId="{54B77F5E-F9A0-486B-9439-693998DB013B}" dt="2024-12-10T14:01:49.597" v="761" actId="1076"/>
          <ac:spMkLst>
            <pc:docMk/>
            <pc:sldMk cId="2929632856" sldId="256"/>
            <ac:spMk id="55" creationId="{789B2DDA-B0E2-685F-7419-CC18E72A448B}"/>
          </ac:spMkLst>
        </pc:spChg>
        <pc:spChg chg="add mod">
          <ac:chgData name="Samuel Lazzaro" userId="a23e4c20-3163-405c-af4d-ab31da24808c" providerId="ADAL" clId="{54B77F5E-F9A0-486B-9439-693998DB013B}" dt="2024-12-10T14:01:45.141" v="760" actId="1076"/>
          <ac:spMkLst>
            <pc:docMk/>
            <pc:sldMk cId="2929632856" sldId="256"/>
            <ac:spMk id="56" creationId="{B3A7D86C-E3E4-FD48-F26B-2DFB2F72E3B0}"/>
          </ac:spMkLst>
        </pc:spChg>
        <pc:spChg chg="add mod">
          <ac:chgData name="Samuel Lazzaro" userId="a23e4c20-3163-405c-af4d-ab31da24808c" providerId="ADAL" clId="{54B77F5E-F9A0-486B-9439-693998DB013B}" dt="2024-12-10T14:01:40.235" v="759" actId="1076"/>
          <ac:spMkLst>
            <pc:docMk/>
            <pc:sldMk cId="2929632856" sldId="256"/>
            <ac:spMk id="57" creationId="{6BEE1BCB-1CC6-CE97-1FF6-C294B2CC3B70}"/>
          </ac:spMkLst>
        </pc:spChg>
        <pc:spChg chg="add mod">
          <ac:chgData name="Samuel Lazzaro" userId="a23e4c20-3163-405c-af4d-ab31da24808c" providerId="ADAL" clId="{54B77F5E-F9A0-486B-9439-693998DB013B}" dt="2024-12-10T14:01:37.206" v="758" actId="1076"/>
          <ac:spMkLst>
            <pc:docMk/>
            <pc:sldMk cId="2929632856" sldId="256"/>
            <ac:spMk id="58" creationId="{460D5887-1ECA-BBD0-A616-3171730F9A64}"/>
          </ac:spMkLst>
        </pc:spChg>
        <pc:spChg chg="add mod">
          <ac:chgData name="Samuel Lazzaro" userId="a23e4c20-3163-405c-af4d-ab31da24808c" providerId="ADAL" clId="{54B77F5E-F9A0-486B-9439-693998DB013B}" dt="2024-12-10T14:01:59.480" v="773" actId="20577"/>
          <ac:spMkLst>
            <pc:docMk/>
            <pc:sldMk cId="2929632856" sldId="256"/>
            <ac:spMk id="59" creationId="{7384B868-6F68-2563-46FA-4B0269FDACFA}"/>
          </ac:spMkLst>
        </pc:spChg>
      </pc:sldChg>
      <pc:sldChg chg="addSp modSp mod">
        <pc:chgData name="Samuel Lazzaro" userId="a23e4c20-3163-405c-af4d-ab31da24808c" providerId="ADAL" clId="{54B77F5E-F9A0-486B-9439-693998DB013B}" dt="2024-12-10T14:17:22.128" v="818" actId="1036"/>
        <pc:sldMkLst>
          <pc:docMk/>
          <pc:sldMk cId="4065490333" sldId="257"/>
        </pc:sldMkLst>
        <pc:spChg chg="mod">
          <ac:chgData name="Samuel Lazzaro" userId="a23e4c20-3163-405c-af4d-ab31da24808c" providerId="ADAL" clId="{54B77F5E-F9A0-486B-9439-693998DB013B}" dt="2024-12-10T14:17:22.128" v="818" actId="1036"/>
          <ac:spMkLst>
            <pc:docMk/>
            <pc:sldMk cId="4065490333" sldId="257"/>
            <ac:spMk id="2" creationId="{4C7577B1-0C34-7F09-88EB-7BC3E52C6271}"/>
          </ac:spMkLst>
        </pc:spChg>
        <pc:spChg chg="add mod">
          <ac:chgData name="Samuel Lazzaro" userId="a23e4c20-3163-405c-af4d-ab31da24808c" providerId="ADAL" clId="{54B77F5E-F9A0-486B-9439-693998DB013B}" dt="2024-12-10T14:17:22.128" v="818" actId="1036"/>
          <ac:spMkLst>
            <pc:docMk/>
            <pc:sldMk cId="4065490333" sldId="257"/>
            <ac:spMk id="4" creationId="{FD098B08-5A70-622E-226C-4C75AC4F2121}"/>
          </ac:spMkLst>
        </pc:spChg>
        <pc:spChg chg="add mod">
          <ac:chgData name="Samuel Lazzaro" userId="a23e4c20-3163-405c-af4d-ab31da24808c" providerId="ADAL" clId="{54B77F5E-F9A0-486B-9439-693998DB013B}" dt="2024-12-10T14:17:22.128" v="818" actId="1036"/>
          <ac:spMkLst>
            <pc:docMk/>
            <pc:sldMk cId="4065490333" sldId="257"/>
            <ac:spMk id="5" creationId="{4D7E50E1-93A2-12BD-2B37-66DDE0C2E41D}"/>
          </ac:spMkLst>
        </pc:spChg>
        <pc:spChg chg="add mod">
          <ac:chgData name="Samuel Lazzaro" userId="a23e4c20-3163-405c-af4d-ab31da24808c" providerId="ADAL" clId="{54B77F5E-F9A0-486B-9439-693998DB013B}" dt="2024-12-10T14:17:22.128" v="818" actId="1036"/>
          <ac:spMkLst>
            <pc:docMk/>
            <pc:sldMk cId="4065490333" sldId="257"/>
            <ac:spMk id="6" creationId="{872C330A-2E50-D07C-794A-F65C7C403786}"/>
          </ac:spMkLst>
        </pc:spChg>
      </pc:sldChg>
      <pc:sldChg chg="addSp modSp mod">
        <pc:chgData name="Samuel Lazzaro" userId="a23e4c20-3163-405c-af4d-ab31da24808c" providerId="ADAL" clId="{54B77F5E-F9A0-486B-9439-693998DB013B}" dt="2024-12-10T13:04:28.699" v="194" actId="1036"/>
        <pc:sldMkLst>
          <pc:docMk/>
          <pc:sldMk cId="3633960258" sldId="261"/>
        </pc:sldMkLst>
        <pc:spChg chg="mod">
          <ac:chgData name="Samuel Lazzaro" userId="a23e4c20-3163-405c-af4d-ab31da24808c" providerId="ADAL" clId="{54B77F5E-F9A0-486B-9439-693998DB013B}" dt="2024-12-10T13:04:28.699" v="194" actId="1036"/>
          <ac:spMkLst>
            <pc:docMk/>
            <pc:sldMk cId="3633960258" sldId="261"/>
            <ac:spMk id="15" creationId="{109C944D-6EDD-9C03-2EA2-12C1D3DB5BF4}"/>
          </ac:spMkLst>
        </pc:spChg>
        <pc:spChg chg="mod">
          <ac:chgData name="Samuel Lazzaro" userId="a23e4c20-3163-405c-af4d-ab31da24808c" providerId="ADAL" clId="{54B77F5E-F9A0-486B-9439-693998DB013B}" dt="2024-12-10T13:04:07.016" v="162" actId="1076"/>
          <ac:spMkLst>
            <pc:docMk/>
            <pc:sldMk cId="3633960258" sldId="261"/>
            <ac:spMk id="22" creationId="{C531BFDC-2762-4E89-2CEE-3E81061962B6}"/>
          </ac:spMkLst>
        </pc:spChg>
        <pc:spChg chg="add mod">
          <ac:chgData name="Samuel Lazzaro" userId="a23e4c20-3163-405c-af4d-ab31da24808c" providerId="ADAL" clId="{54B77F5E-F9A0-486B-9439-693998DB013B}" dt="2024-12-10T12:59:50.130" v="113" actId="14100"/>
          <ac:spMkLst>
            <pc:docMk/>
            <pc:sldMk cId="3633960258" sldId="261"/>
            <ac:spMk id="39" creationId="{1AF1E36B-23B6-3007-4C47-0DA6743EC590}"/>
          </ac:spMkLst>
        </pc:spChg>
        <pc:spChg chg="add mod">
          <ac:chgData name="Samuel Lazzaro" userId="a23e4c20-3163-405c-af4d-ab31da24808c" providerId="ADAL" clId="{54B77F5E-F9A0-486B-9439-693998DB013B}" dt="2024-12-10T13:00:18.692" v="133" actId="20577"/>
          <ac:spMkLst>
            <pc:docMk/>
            <pc:sldMk cId="3633960258" sldId="261"/>
            <ac:spMk id="40" creationId="{FA12D2F6-7184-03EF-DF5D-1F59034516E0}"/>
          </ac:spMkLst>
        </pc:spChg>
      </pc:sldChg>
      <pc:sldChg chg="addSp delSp modSp add mod">
        <pc:chgData name="Samuel Lazzaro" userId="a23e4c20-3163-405c-af4d-ab31da24808c" providerId="ADAL" clId="{54B77F5E-F9A0-486B-9439-693998DB013B}" dt="2024-12-10T14:19:38.431" v="902" actId="1076"/>
        <pc:sldMkLst>
          <pc:docMk/>
          <pc:sldMk cId="940145790" sldId="262"/>
        </pc:sldMkLst>
        <pc:spChg chg="del">
          <ac:chgData name="Samuel Lazzaro" userId="a23e4c20-3163-405c-af4d-ab31da24808c" providerId="ADAL" clId="{54B77F5E-F9A0-486B-9439-693998DB013B}" dt="2024-12-10T13:19:22.793" v="197" actId="478"/>
          <ac:spMkLst>
            <pc:docMk/>
            <pc:sldMk cId="940145790" sldId="262"/>
            <ac:spMk id="39" creationId="{15DC46AE-BF00-3D9D-43BB-EAFA7BC28551}"/>
          </ac:spMkLst>
        </pc:spChg>
        <pc:spChg chg="add mod">
          <ac:chgData name="Samuel Lazzaro" userId="a23e4c20-3163-405c-af4d-ab31da24808c" providerId="ADAL" clId="{54B77F5E-F9A0-486B-9439-693998DB013B}" dt="2024-12-10T14:18:39.012" v="820" actId="1076"/>
          <ac:spMkLst>
            <pc:docMk/>
            <pc:sldMk cId="940145790" sldId="262"/>
            <ac:spMk id="39" creationId="{6FC30BAD-8FA9-6D7D-E48E-389D218C836D}"/>
          </ac:spMkLst>
        </pc:spChg>
        <pc:spChg chg="add mod">
          <ac:chgData name="Samuel Lazzaro" userId="a23e4c20-3163-405c-af4d-ab31da24808c" providerId="ADAL" clId="{54B77F5E-F9A0-486B-9439-693998DB013B}" dt="2024-12-10T14:18:46.086" v="865" actId="1037"/>
          <ac:spMkLst>
            <pc:docMk/>
            <pc:sldMk cId="940145790" sldId="262"/>
            <ac:spMk id="40" creationId="{24601D98-5D45-A4F6-2BC9-4B1A3D2792D7}"/>
          </ac:spMkLst>
        </pc:spChg>
        <pc:spChg chg="del">
          <ac:chgData name="Samuel Lazzaro" userId="a23e4c20-3163-405c-af4d-ab31da24808c" providerId="ADAL" clId="{54B77F5E-F9A0-486B-9439-693998DB013B}" dt="2024-12-10T13:19:20.539" v="196" actId="478"/>
          <ac:spMkLst>
            <pc:docMk/>
            <pc:sldMk cId="940145790" sldId="262"/>
            <ac:spMk id="40" creationId="{9574007C-3A52-D24F-5096-B36291A3E3BD}"/>
          </ac:spMkLst>
        </pc:spChg>
        <pc:spChg chg="add mod">
          <ac:chgData name="Samuel Lazzaro" userId="a23e4c20-3163-405c-af4d-ab31da24808c" providerId="ADAL" clId="{54B77F5E-F9A0-486B-9439-693998DB013B}" dt="2024-12-10T13:37:02.439" v="755" actId="20577"/>
          <ac:spMkLst>
            <pc:docMk/>
            <pc:sldMk cId="940145790" sldId="262"/>
            <ac:spMk id="41" creationId="{57A491AD-308A-F8BA-37E4-F5BB8D364F72}"/>
          </ac:spMkLst>
        </pc:spChg>
        <pc:spChg chg="add mod">
          <ac:chgData name="Samuel Lazzaro" userId="a23e4c20-3163-405c-af4d-ab31da24808c" providerId="ADAL" clId="{54B77F5E-F9A0-486B-9439-693998DB013B}" dt="2024-12-10T14:18:39.012" v="820" actId="1076"/>
          <ac:spMkLst>
            <pc:docMk/>
            <pc:sldMk cId="940145790" sldId="262"/>
            <ac:spMk id="42" creationId="{0547D366-BBBF-E897-8CCB-F4EECD40B880}"/>
          </ac:spMkLst>
        </pc:spChg>
        <pc:spChg chg="add mod">
          <ac:chgData name="Samuel Lazzaro" userId="a23e4c20-3163-405c-af4d-ab31da24808c" providerId="ADAL" clId="{54B77F5E-F9A0-486B-9439-693998DB013B}" dt="2024-12-10T14:18:46.086" v="865" actId="1037"/>
          <ac:spMkLst>
            <pc:docMk/>
            <pc:sldMk cId="940145790" sldId="262"/>
            <ac:spMk id="43" creationId="{625F7FC1-038F-84D6-0707-7B481DF3D3BC}"/>
          </ac:spMkLst>
        </pc:spChg>
        <pc:spChg chg="add mod">
          <ac:chgData name="Samuel Lazzaro" userId="a23e4c20-3163-405c-af4d-ab31da24808c" providerId="ADAL" clId="{54B77F5E-F9A0-486B-9439-693998DB013B}" dt="2024-12-10T14:18:54.169" v="867" actId="1076"/>
          <ac:spMkLst>
            <pc:docMk/>
            <pc:sldMk cId="940145790" sldId="262"/>
            <ac:spMk id="46" creationId="{1B399DA6-C65F-9705-FCB3-1D3D2D508488}"/>
          </ac:spMkLst>
        </pc:spChg>
        <pc:spChg chg="add mod">
          <ac:chgData name="Samuel Lazzaro" userId="a23e4c20-3163-405c-af4d-ab31da24808c" providerId="ADAL" clId="{54B77F5E-F9A0-486B-9439-693998DB013B}" dt="2024-12-10T14:19:05.161" v="881" actId="1037"/>
          <ac:spMkLst>
            <pc:docMk/>
            <pc:sldMk cId="940145790" sldId="262"/>
            <ac:spMk id="47" creationId="{56013D09-A576-9D34-CF72-E070D7DFB1A3}"/>
          </ac:spMkLst>
        </pc:spChg>
        <pc:spChg chg="add mod">
          <ac:chgData name="Samuel Lazzaro" userId="a23e4c20-3163-405c-af4d-ab31da24808c" providerId="ADAL" clId="{54B77F5E-F9A0-486B-9439-693998DB013B}" dt="2024-12-10T14:19:12.613" v="883" actId="1076"/>
          <ac:spMkLst>
            <pc:docMk/>
            <pc:sldMk cId="940145790" sldId="262"/>
            <ac:spMk id="61" creationId="{515F097C-C5F0-3F63-5ADD-447F6ECAD0D9}"/>
          </ac:spMkLst>
        </pc:spChg>
        <pc:spChg chg="add mod">
          <ac:chgData name="Samuel Lazzaro" userId="a23e4c20-3163-405c-af4d-ab31da24808c" providerId="ADAL" clId="{54B77F5E-F9A0-486B-9439-693998DB013B}" dt="2024-12-10T14:19:16.772" v="898" actId="1035"/>
          <ac:spMkLst>
            <pc:docMk/>
            <pc:sldMk cId="940145790" sldId="262"/>
            <ac:spMk id="62" creationId="{0BB134A3-C5DC-ACCB-1827-29C8CFD92535}"/>
          </ac:spMkLst>
        </pc:spChg>
        <pc:spChg chg="add mod">
          <ac:chgData name="Samuel Lazzaro" userId="a23e4c20-3163-405c-af4d-ab31da24808c" providerId="ADAL" clId="{54B77F5E-F9A0-486B-9439-693998DB013B}" dt="2024-12-10T14:19:32.778" v="900" actId="1076"/>
          <ac:spMkLst>
            <pc:docMk/>
            <pc:sldMk cId="940145790" sldId="262"/>
            <ac:spMk id="63" creationId="{CF3162BD-3A13-D994-E14A-39B231AA6D0D}"/>
          </ac:spMkLst>
        </pc:spChg>
        <pc:spChg chg="add mod">
          <ac:chgData name="Samuel Lazzaro" userId="a23e4c20-3163-405c-af4d-ab31da24808c" providerId="ADAL" clId="{54B77F5E-F9A0-486B-9439-693998DB013B}" dt="2024-12-10T14:19:32.778" v="900" actId="1076"/>
          <ac:spMkLst>
            <pc:docMk/>
            <pc:sldMk cId="940145790" sldId="262"/>
            <ac:spMk id="64" creationId="{1759B3BC-2E66-E1CF-E7A1-52C12993528F}"/>
          </ac:spMkLst>
        </pc:spChg>
        <pc:spChg chg="add mod">
          <ac:chgData name="Samuel Lazzaro" userId="a23e4c20-3163-405c-af4d-ab31da24808c" providerId="ADAL" clId="{54B77F5E-F9A0-486B-9439-693998DB013B}" dt="2024-12-10T14:19:38.431" v="902" actId="1076"/>
          <ac:spMkLst>
            <pc:docMk/>
            <pc:sldMk cId="940145790" sldId="262"/>
            <ac:spMk id="65" creationId="{52D828CB-3D87-C264-8E09-F8F9923559C3}"/>
          </ac:spMkLst>
        </pc:spChg>
        <pc:spChg chg="add mod">
          <ac:chgData name="Samuel Lazzaro" userId="a23e4c20-3163-405c-af4d-ab31da24808c" providerId="ADAL" clId="{54B77F5E-F9A0-486B-9439-693998DB013B}" dt="2024-12-10T14:19:38.431" v="902" actId="1076"/>
          <ac:spMkLst>
            <pc:docMk/>
            <pc:sldMk cId="940145790" sldId="262"/>
            <ac:spMk id="66" creationId="{D1F33322-7EC3-9FB9-765D-BA537FDEE700}"/>
          </ac:spMkLst>
        </pc:spChg>
      </pc:sldChg>
    </pc:docChg>
  </pc:docChgLst>
  <pc:docChgLst>
    <pc:chgData name="Samuel Lazzaro" userId="S::samuel.lazzaro@gavazziacbu.it::a23e4c20-3163-405c-af4d-ab31da24808c" providerId="AD" clId="Web-{E6C0D749-26A9-33D2-5CD5-FFF859D7F0CC}"/>
    <pc:docChg chg="modSld">
      <pc:chgData name="Samuel Lazzaro" userId="S::samuel.lazzaro@gavazziacbu.it::a23e4c20-3163-405c-af4d-ab31da24808c" providerId="AD" clId="Web-{E6C0D749-26A9-33D2-5CD5-FFF859D7F0CC}" dt="2024-12-10T14:16:19.918" v="205" actId="14100"/>
      <pc:docMkLst>
        <pc:docMk/>
      </pc:docMkLst>
      <pc:sldChg chg="addSp modSp">
        <pc:chgData name="Samuel Lazzaro" userId="S::samuel.lazzaro@gavazziacbu.it::a23e4c20-3163-405c-af4d-ab31da24808c" providerId="AD" clId="Web-{E6C0D749-26A9-33D2-5CD5-FFF859D7F0CC}" dt="2024-12-10T14:14:14.352" v="38" actId="14100"/>
        <pc:sldMkLst>
          <pc:docMk/>
          <pc:sldMk cId="2929632856" sldId="256"/>
        </pc:sldMkLst>
        <pc:spChg chg="add mod">
          <ac:chgData name="Samuel Lazzaro" userId="S::samuel.lazzaro@gavazziacbu.it::a23e4c20-3163-405c-af4d-ab31da24808c" providerId="AD" clId="Web-{E6C0D749-26A9-33D2-5CD5-FFF859D7F0CC}" dt="2024-12-10T14:14:14.352" v="38" actId="14100"/>
          <ac:spMkLst>
            <pc:docMk/>
            <pc:sldMk cId="2929632856" sldId="256"/>
            <ac:spMk id="14" creationId="{C4E42C71-0660-1FE8-FEFC-D94251194D62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3:39.929" v="6" actId="20577"/>
          <ac:spMkLst>
            <pc:docMk/>
            <pc:sldMk cId="2929632856" sldId="256"/>
            <ac:spMk id="51" creationId="{40E07285-F879-2F28-EB38-DB4BA2799BEF}"/>
          </ac:spMkLst>
        </pc:spChg>
      </pc:sldChg>
      <pc:sldChg chg="addSp modSp">
        <pc:chgData name="Samuel Lazzaro" userId="S::samuel.lazzaro@gavazziacbu.it::a23e4c20-3163-405c-af4d-ab31da24808c" providerId="AD" clId="Web-{E6C0D749-26A9-33D2-5CD5-FFF859D7F0CC}" dt="2024-12-10T14:16:19.918" v="205" actId="14100"/>
        <pc:sldMkLst>
          <pc:docMk/>
          <pc:sldMk cId="4065490333" sldId="257"/>
        </pc:sldMkLst>
        <pc:spChg chg="add mod">
          <ac:chgData name="Samuel Lazzaro" userId="S::samuel.lazzaro@gavazziacbu.it::a23e4c20-3163-405c-af4d-ab31da24808c" providerId="AD" clId="Web-{E6C0D749-26A9-33D2-5CD5-FFF859D7F0CC}" dt="2024-12-10T14:16:19.918" v="205" actId="14100"/>
          <ac:spMkLst>
            <pc:docMk/>
            <pc:sldMk cId="4065490333" sldId="257"/>
            <ac:spMk id="2" creationId="{4C7577B1-0C34-7F09-88EB-7BC3E52C6271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5:53.261" v="194" actId="1076"/>
          <ac:spMkLst>
            <pc:docMk/>
            <pc:sldMk cId="4065490333" sldId="257"/>
            <ac:spMk id="3" creationId="{7694427D-D3FE-ECDA-D140-D0FA3D85A951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6:01.027" v="195" actId="1076"/>
          <ac:spMkLst>
            <pc:docMk/>
            <pc:sldMk cId="4065490333" sldId="257"/>
            <ac:spMk id="35" creationId="{4A4FA323-7FFF-18D1-DE79-DD13097B5C78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6:08.965" v="199" actId="14100"/>
          <ac:spMkLst>
            <pc:docMk/>
            <pc:sldMk cId="4065490333" sldId="257"/>
            <ac:spMk id="36" creationId="{0149FDE2-4467-8EC6-9DDE-55736AEF053E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6:01.043" v="196" actId="1076"/>
          <ac:spMkLst>
            <pc:docMk/>
            <pc:sldMk cId="4065490333" sldId="257"/>
            <ac:spMk id="37" creationId="{CDFC60F5-9B75-09BF-8368-0D683E70724B}"/>
          </ac:spMkLst>
        </pc:spChg>
        <pc:spChg chg="mod">
          <ac:chgData name="Samuel Lazzaro" userId="S::samuel.lazzaro@gavazziacbu.it::a23e4c20-3163-405c-af4d-ab31da24808c" providerId="AD" clId="Web-{E6C0D749-26A9-33D2-5CD5-FFF859D7F0CC}" dt="2024-12-10T14:16:14.043" v="202" actId="1076"/>
          <ac:spMkLst>
            <pc:docMk/>
            <pc:sldMk cId="4065490333" sldId="257"/>
            <ac:spMk id="38" creationId="{262CB9C9-6F1E-156B-EEFA-28BA74E339D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0T10:20:12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24575,'-1'0'0,"0"0"0,0 0 0,1 0 0,-1 0 0,0 0 0,0 0 0,1 0 0,-1 0 0,0 0 0,0 0 0,0 0 0,1 0 0,-1 1 0,0-1 0,0 0 0,1 1 0,-1-1 0,0 0 0,1 1 0,-1-1 0,0 1 0,1-1 0,-1 1 0,1-1 0,-2 2 0,11 13 0,30 13 0,222 119 0,65 39 0,1673 969-6435,-1156-685 5838,-562-312 878,796 467-1181,-53 81-374,-626-384 1085,585 432 977,-836-654-963,389 242 4551,-491-317-8442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0T10:20:13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5026 24575,'0'-9'0,"1"-1"0,1 1 0,0 0 0,0 0 0,1 0 0,0 0 0,1 0 0,-1 0 0,2 1 0,-1 0 0,1 0 0,12-14 0,7-7 0,52-48 0,-49 53 0,537-501 0,-37 87-1040,80 8-2173,25 33 1020,-528 333 2160,1855-1060-2180,-1583 916 2114,487-261-490,229-132 809,-977 533 1437,-3-5 1,-3-5-1,135-127 1,-225 187-1431,0 1 0,34-23 1,-31 27-6571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61C4C8-A702-DC60-8362-56886C9E7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2A81E68-5C78-2CE8-D0CA-E1CA0316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C1F268-9948-0304-F772-D9F0EC4C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B27DF8-1657-FD12-B3F3-8C8E5FD2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658B16-43C4-FB78-EC48-1C9EDD68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0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993A1E-4CE0-0647-F2ED-B61A4190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C74E41-20A0-FE72-2E96-A3756DCE0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FFC417-CDB2-789A-769C-62FA1899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339A79-C559-5121-32E6-99383DB6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18D8F7-BB57-4C9D-A870-0CB2F489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73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579CB-944D-06B0-F949-A9E0BDB1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04F7F0-086C-1FCD-D983-38287E6E3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37B7B9-48CB-4F25-017F-9ADEB71F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7F4891-44D2-F812-02FC-39044D97B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842147-7CE1-4300-FA3A-FF70DF4A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5452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AB5E07-0C96-8368-214F-37DF59F7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083E41-6866-D627-D6BE-AF16DFC81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798C27-A2F4-1ECE-6EFA-F82369E7E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74CB1C-EF26-B287-26EA-174CD608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BEE0E29-E5CB-C55A-95AD-216552F0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18BE8E-1B20-FF47-2680-6C756F3D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76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F473AF-DB51-0B71-06CE-71F9E950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595ED4-134B-3149-A2C0-D4F0B0C0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979E049-43CE-281D-96E5-249952724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8D71FA2-E244-2787-42DB-02A76702E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359EFDE-BFD8-494B-6CB1-E6F0CC144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95A000C-7D80-8857-0ED2-C76F1FC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616B335-3D3C-A8D2-4C0D-20D77864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AEAF9DA-1D12-61FC-9AB4-BA938A09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392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0ECE8C-D326-5911-E26A-D4111809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BA7BA4A-40C7-4C1C-A07F-BAFECEFF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6FF89E9-E5D2-1F30-F950-0B3BD220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C674AE-21E3-050B-1535-DBCB9DC8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770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78DBC6F-C0D9-D4DD-6667-F350A622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3E0D5FD-5D27-3393-6201-9DC7115A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362E06-A3AF-8A15-5E5D-69063922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415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F0E145-63D9-2191-83EA-57AFCEB3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82D3E0-66AB-74E6-5261-07A27787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CF34A1F-1AD2-694C-AD24-EDD176C8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508E78-7D11-3182-A73F-F5DC19C1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1D7BF1-AC79-616A-DED2-23A5E61C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B2C0387-AB0D-50F9-8F3F-F66805BD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183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D7827-8B30-3149-234D-731C07A3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8A8AEA4-A29F-DEB5-B93A-E645D24A9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F224FC-ACA1-F66C-EF9D-58116251A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449F88-0FCA-BA8D-406B-63AB0AA8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CB4E70-4D6C-3FAC-A7EA-541620B9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6DB957-2C21-80B5-90DC-4B5C0947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265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120FD6-D24F-EB62-958B-FDEFBE27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878F81B-01D7-2044-69E9-F4368AA03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DF626E-6E9D-1FF5-90EA-8416B8275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B370B4-D3D7-D2EA-1E9D-7A373383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221C18-9529-DC08-634A-D203FA2F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543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05B45D5-BBBC-DA55-46A1-E898AA422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449F32A-B117-FDDE-9438-33415B21E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503CAC-491E-30B4-3888-64A8CDE0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C60F36-6F03-4A4F-D2DB-1D13419EB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818A67-B2BF-1772-02DA-FD17DFEF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260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17D0B02-C1B6-E495-7B63-11DAC540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0273BF-D45B-73D6-78CF-ACA63BE04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48AFDC-4102-6408-88DF-45D958C24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52299-DC34-4008-BB14-9AA44669B345}" type="datetimeFigureOut">
              <a:rPr lang="it-IT" smtClean="0"/>
              <a:t>10/12/2024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4D1AEF-B5FD-BC7D-0E3C-B92D2E53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D3B2C3-CA78-E402-2482-EEF61BB4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C266A-A3BC-4A73-82D8-61EA8A73B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179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D0D200D-7FAF-E24C-62EA-98013D5E1FBF}"/>
              </a:ext>
            </a:extLst>
          </p:cNvPr>
          <p:cNvSpPr/>
          <p:nvPr/>
        </p:nvSpPr>
        <p:spPr>
          <a:xfrm>
            <a:off x="3892050" y="1943729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132A9DF-09C7-E4B3-B622-E48B5ECF9138}"/>
              </a:ext>
            </a:extLst>
          </p:cNvPr>
          <p:cNvSpPr/>
          <p:nvPr/>
        </p:nvSpPr>
        <p:spPr>
          <a:xfrm>
            <a:off x="3220666" y="1943730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03CF669-88CD-68BC-6687-E7BEB24C522D}"/>
              </a:ext>
            </a:extLst>
          </p:cNvPr>
          <p:cNvSpPr/>
          <p:nvPr/>
        </p:nvSpPr>
        <p:spPr>
          <a:xfrm>
            <a:off x="2520449" y="1943731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4BBDE85-554A-B265-A417-55E68524BF0B}"/>
              </a:ext>
            </a:extLst>
          </p:cNvPr>
          <p:cNvSpPr/>
          <p:nvPr/>
        </p:nvSpPr>
        <p:spPr>
          <a:xfrm>
            <a:off x="1877898" y="1943731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5D1DB0E0-9384-573C-C9B8-6E5F9D264480}"/>
              </a:ext>
            </a:extLst>
          </p:cNvPr>
          <p:cNvSpPr/>
          <p:nvPr/>
        </p:nvSpPr>
        <p:spPr>
          <a:xfrm>
            <a:off x="953653" y="415630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5B2BD2A-DBBB-1FB8-5F3F-0E88B650D2CB}"/>
              </a:ext>
            </a:extLst>
          </p:cNvPr>
          <p:cNvSpPr/>
          <p:nvPr/>
        </p:nvSpPr>
        <p:spPr>
          <a:xfrm>
            <a:off x="1600323" y="415630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BD55F43-9C9A-E045-6168-13D29E7C479E}"/>
              </a:ext>
            </a:extLst>
          </p:cNvPr>
          <p:cNvSpPr/>
          <p:nvPr/>
        </p:nvSpPr>
        <p:spPr>
          <a:xfrm>
            <a:off x="2207123" y="415630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53AD9A6-7065-2A63-4294-F6C64623B679}"/>
              </a:ext>
            </a:extLst>
          </p:cNvPr>
          <p:cNvSpPr/>
          <p:nvPr/>
        </p:nvSpPr>
        <p:spPr>
          <a:xfrm>
            <a:off x="5333382" y="415630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E194F51-6AE5-E66A-FEAC-45428AA61B58}"/>
              </a:ext>
            </a:extLst>
          </p:cNvPr>
          <p:cNvSpPr/>
          <p:nvPr/>
        </p:nvSpPr>
        <p:spPr>
          <a:xfrm>
            <a:off x="6017123" y="415630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516F9AD-C8DA-39C6-EE46-2A6FF3EA18D8}"/>
              </a:ext>
            </a:extLst>
          </p:cNvPr>
          <p:cNvSpPr txBox="1"/>
          <p:nvPr/>
        </p:nvSpPr>
        <p:spPr>
          <a:xfrm>
            <a:off x="431460" y="1956771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5793E36-D837-063B-129B-CC817CA7AC20}"/>
              </a:ext>
            </a:extLst>
          </p:cNvPr>
          <p:cNvSpPr/>
          <p:nvPr/>
        </p:nvSpPr>
        <p:spPr>
          <a:xfrm>
            <a:off x="7670544" y="349578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A1AB9300-447D-CC01-5BD5-DD18A7093D31}"/>
              </a:ext>
            </a:extLst>
          </p:cNvPr>
          <p:cNvSpPr/>
          <p:nvPr/>
        </p:nvSpPr>
        <p:spPr>
          <a:xfrm>
            <a:off x="8391356" y="3495787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F54940E-968C-CF78-9ABC-5B4957DBE4CA}"/>
              </a:ext>
            </a:extLst>
          </p:cNvPr>
          <p:cNvSpPr/>
          <p:nvPr/>
        </p:nvSpPr>
        <p:spPr>
          <a:xfrm>
            <a:off x="2855854" y="4160422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1613DAE0-D1C2-49B5-7141-517B866E6373}"/>
              </a:ext>
            </a:extLst>
          </p:cNvPr>
          <p:cNvSpPr/>
          <p:nvPr/>
        </p:nvSpPr>
        <p:spPr>
          <a:xfrm>
            <a:off x="3526207" y="415630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DA6D0CBF-C447-8B39-2EEB-829458CF408F}"/>
              </a:ext>
            </a:extLst>
          </p:cNvPr>
          <p:cNvSpPr/>
          <p:nvPr/>
        </p:nvSpPr>
        <p:spPr>
          <a:xfrm>
            <a:off x="9814441" y="350814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740CC61-0393-BDF2-8844-F17A2A17C650}"/>
              </a:ext>
            </a:extLst>
          </p:cNvPr>
          <p:cNvSpPr/>
          <p:nvPr/>
        </p:nvSpPr>
        <p:spPr>
          <a:xfrm>
            <a:off x="10430222" y="34957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901503AA-0FAA-118B-E55D-2FCCF0A2DBEC}"/>
              </a:ext>
            </a:extLst>
          </p:cNvPr>
          <p:cNvSpPr/>
          <p:nvPr/>
        </p:nvSpPr>
        <p:spPr>
          <a:xfrm>
            <a:off x="4173909" y="414806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7FAFCD64-DC53-B12A-089B-B617D3E48201}"/>
              </a:ext>
            </a:extLst>
          </p:cNvPr>
          <p:cNvSpPr/>
          <p:nvPr/>
        </p:nvSpPr>
        <p:spPr>
          <a:xfrm>
            <a:off x="4767033" y="4156304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78445647-D441-010C-4B1D-2F2BA84DB280}"/>
              </a:ext>
            </a:extLst>
          </p:cNvPr>
          <p:cNvSpPr/>
          <p:nvPr/>
        </p:nvSpPr>
        <p:spPr>
          <a:xfrm rot="16200000">
            <a:off x="8257491" y="3578164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Parentesi graffa aperta 35">
            <a:extLst>
              <a:ext uri="{FF2B5EF4-FFF2-40B4-BE49-F238E27FC236}">
                <a16:creationId xmlns:a16="http://schemas.microsoft.com/office/drawing/2014/main" id="{8591C5A3-4C5C-A4C6-13B3-7E74649CF6F6}"/>
              </a:ext>
            </a:extLst>
          </p:cNvPr>
          <p:cNvSpPr/>
          <p:nvPr/>
        </p:nvSpPr>
        <p:spPr>
          <a:xfrm rot="16200000">
            <a:off x="10307680" y="3588948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C75AA72-229D-6804-6D5F-2C508D3A7704}"/>
              </a:ext>
            </a:extLst>
          </p:cNvPr>
          <p:cNvSpPr txBox="1"/>
          <p:nvPr/>
        </p:nvSpPr>
        <p:spPr>
          <a:xfrm>
            <a:off x="8053383" y="4257783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3E195B4-C926-9449-7C0B-F111A8BD0F7D}"/>
              </a:ext>
            </a:extLst>
          </p:cNvPr>
          <p:cNvSpPr txBox="1"/>
          <p:nvPr/>
        </p:nvSpPr>
        <p:spPr>
          <a:xfrm>
            <a:off x="10079292" y="4269114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9AF1145-5AFB-6346-F842-B4CFFF8A78EB}"/>
              </a:ext>
            </a:extLst>
          </p:cNvPr>
          <p:cNvSpPr/>
          <p:nvPr/>
        </p:nvSpPr>
        <p:spPr>
          <a:xfrm>
            <a:off x="555562" y="349034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A80B5C6-60C7-F437-46FC-E267484EB5F7}"/>
              </a:ext>
            </a:extLst>
          </p:cNvPr>
          <p:cNvSpPr/>
          <p:nvPr/>
        </p:nvSpPr>
        <p:spPr>
          <a:xfrm>
            <a:off x="1198113" y="349033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F414EC2-521A-F0C6-9CEA-04B71CBF0F1D}"/>
              </a:ext>
            </a:extLst>
          </p:cNvPr>
          <p:cNvSpPr/>
          <p:nvPr/>
        </p:nvSpPr>
        <p:spPr>
          <a:xfrm>
            <a:off x="1826740" y="349032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42A8FD4-2712-2341-B7B7-D35AD81A24C3}"/>
              </a:ext>
            </a:extLst>
          </p:cNvPr>
          <p:cNvSpPr/>
          <p:nvPr/>
        </p:nvSpPr>
        <p:spPr>
          <a:xfrm>
            <a:off x="2469291" y="349032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DAC0A9A-783B-72AF-748C-BA97CCE87839}"/>
              </a:ext>
            </a:extLst>
          </p:cNvPr>
          <p:cNvSpPr txBox="1"/>
          <p:nvPr/>
        </p:nvSpPr>
        <p:spPr>
          <a:xfrm>
            <a:off x="555562" y="854177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1DFAF3F-8288-BBD2-187F-EA7C32742A11}"/>
              </a:ext>
            </a:extLst>
          </p:cNvPr>
          <p:cNvSpPr txBox="1"/>
          <p:nvPr/>
        </p:nvSpPr>
        <p:spPr>
          <a:xfrm>
            <a:off x="1131471" y="854176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0x9a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6D68430-D8E2-6B12-BAB9-D9094E18CEA2}"/>
              </a:ext>
            </a:extLst>
          </p:cNvPr>
          <p:cNvSpPr txBox="1"/>
          <p:nvPr/>
        </p:nvSpPr>
        <p:spPr>
          <a:xfrm>
            <a:off x="1760098" y="854175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A7C0AD1-82D1-440E-786C-3F0EE7EC4002}"/>
              </a:ext>
            </a:extLst>
          </p:cNvPr>
          <p:cNvSpPr txBox="1"/>
          <p:nvPr/>
        </p:nvSpPr>
        <p:spPr>
          <a:xfrm>
            <a:off x="2402649" y="854175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0x00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5193077-252C-3732-ED2F-4015C180B742}"/>
              </a:ext>
            </a:extLst>
          </p:cNvPr>
          <p:cNvSpPr txBox="1"/>
          <p:nvPr/>
        </p:nvSpPr>
        <p:spPr>
          <a:xfrm>
            <a:off x="4134713" y="4669794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0x44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B976CA7-01EA-E7C9-B94F-BBF0FC52E16D}"/>
              </a:ext>
            </a:extLst>
          </p:cNvPr>
          <p:cNvSpPr txBox="1"/>
          <p:nvPr/>
        </p:nvSpPr>
        <p:spPr>
          <a:xfrm>
            <a:off x="4733712" y="4682057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0x9a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239CF90-A108-81BF-F412-E3A2E5330F95}"/>
              </a:ext>
            </a:extLst>
          </p:cNvPr>
          <p:cNvSpPr txBox="1"/>
          <p:nvPr/>
        </p:nvSpPr>
        <p:spPr>
          <a:xfrm>
            <a:off x="2822533" y="4666016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0x40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683D98C-F3C7-6160-85CE-93A02794243A}"/>
              </a:ext>
            </a:extLst>
          </p:cNvPr>
          <p:cNvSpPr txBox="1"/>
          <p:nvPr/>
        </p:nvSpPr>
        <p:spPr>
          <a:xfrm>
            <a:off x="3478623" y="4682056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0x00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E294D94-4C2A-3E52-CBCA-03F86826698B}"/>
              </a:ext>
            </a:extLst>
          </p:cNvPr>
          <p:cNvSpPr txBox="1"/>
          <p:nvPr/>
        </p:nvSpPr>
        <p:spPr>
          <a:xfrm>
            <a:off x="3631117" y="189290"/>
            <a:ext cx="514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Float val = 1234.0f  -&gt; </a:t>
            </a:r>
            <a:r>
              <a:rPr lang="it-IT" dirty="0" err="1"/>
              <a:t>hex</a:t>
            </a:r>
            <a:r>
              <a:rPr lang="it-IT" dirty="0"/>
              <a:t> = 0x449a4000</a:t>
            </a:r>
          </a:p>
          <a:p>
            <a:r>
              <a:rPr lang="it-IT" dirty="0"/>
              <a:t>Uint32_t u32Val = 1234;  -&gt; </a:t>
            </a:r>
            <a:r>
              <a:rPr lang="it-IT" dirty="0" err="1"/>
              <a:t>hex</a:t>
            </a:r>
            <a:r>
              <a:rPr lang="it-IT" dirty="0"/>
              <a:t> = 0x000004D2</a:t>
            </a:r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F3023EE1-1CF8-37D0-AEF5-CBB4901B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463" y="87224"/>
            <a:ext cx="1476375" cy="1314450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4B90F842-DD59-81A7-F646-2EC86AFA2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230" y="130001"/>
            <a:ext cx="1381318" cy="1228896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6CC510F2-81F8-B430-255A-025E47D72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97" y="5027031"/>
            <a:ext cx="5048955" cy="504895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678C5D5D-0326-EAC3-20A0-3E362068855C}"/>
              </a:ext>
            </a:extLst>
          </p:cNvPr>
          <p:cNvSpPr txBox="1"/>
          <p:nvPr/>
        </p:nvSpPr>
        <p:spPr>
          <a:xfrm>
            <a:off x="1844577" y="2413597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0x00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250B8E2C-283C-43A6-7B91-78524E59644B}"/>
              </a:ext>
            </a:extLst>
          </p:cNvPr>
          <p:cNvSpPr txBox="1"/>
          <p:nvPr/>
        </p:nvSpPr>
        <p:spPr>
          <a:xfrm>
            <a:off x="2487128" y="2402620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0x01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1C15C38-0905-035C-B1A4-3F8CB571F48B}"/>
              </a:ext>
            </a:extLst>
          </p:cNvPr>
          <p:cNvSpPr txBox="1"/>
          <p:nvPr/>
        </p:nvSpPr>
        <p:spPr>
          <a:xfrm>
            <a:off x="3187345" y="2402621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0x02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081BFC8-807B-352D-553D-432BF43E551F}"/>
              </a:ext>
            </a:extLst>
          </p:cNvPr>
          <p:cNvSpPr txBox="1"/>
          <p:nvPr/>
        </p:nvSpPr>
        <p:spPr>
          <a:xfrm>
            <a:off x="3858729" y="2402621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0x03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609F2D26-0DF6-CA60-9571-37AD34E7EBFD}"/>
              </a:ext>
            </a:extLst>
          </p:cNvPr>
          <p:cNvSpPr txBox="1"/>
          <p:nvPr/>
        </p:nvSpPr>
        <p:spPr>
          <a:xfrm>
            <a:off x="244732" y="2352593"/>
            <a:ext cx="2248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Memory offset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BC8CAF3C-FCAD-79D5-4FE5-D25DE368797F}"/>
              </a:ext>
            </a:extLst>
          </p:cNvPr>
          <p:cNvSpPr txBox="1"/>
          <p:nvPr/>
        </p:nvSpPr>
        <p:spPr>
          <a:xfrm>
            <a:off x="431460" y="1472846"/>
            <a:ext cx="389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viene salvato in </a:t>
            </a:r>
            <a:r>
              <a:rPr lang="it-IT" b="1" dirty="0"/>
              <a:t>memoria</a:t>
            </a:r>
            <a:r>
              <a:rPr lang="it-IT" dirty="0"/>
              <a:t>: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40E07285-F879-2F28-EB38-DB4BA2799BEF}"/>
              </a:ext>
            </a:extLst>
          </p:cNvPr>
          <p:cNvSpPr txBox="1"/>
          <p:nvPr/>
        </p:nvSpPr>
        <p:spPr>
          <a:xfrm>
            <a:off x="257724" y="3535893"/>
            <a:ext cx="389909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 dirty="0"/>
              <a:t>Risposta </a:t>
            </a:r>
            <a:r>
              <a:rPr lang="it-IT" b="1" dirty="0" err="1"/>
              <a:t>Modbus</a:t>
            </a:r>
            <a:r>
              <a:rPr lang="it-IT" b="1" dirty="0"/>
              <a:t> Gavazzi</a:t>
            </a:r>
            <a:r>
              <a:rPr lang="it-IT" dirty="0"/>
              <a:t>: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9CF3735D-0C18-C923-6FEA-F3042B7F7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08" y="854175"/>
            <a:ext cx="2638793" cy="419158"/>
          </a:xfrm>
          <a:prstGeom prst="rect">
            <a:avLst/>
          </a:prstGeom>
        </p:spPr>
      </p:pic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46CB7203-F63E-8C3C-1F6F-731EB6DF82B8}"/>
              </a:ext>
            </a:extLst>
          </p:cNvPr>
          <p:cNvSpPr txBox="1"/>
          <p:nvPr/>
        </p:nvSpPr>
        <p:spPr>
          <a:xfrm>
            <a:off x="379703" y="5673527"/>
            <a:ext cx="389909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Le prime 3 caselle in grigio nella risposta </a:t>
            </a:r>
            <a:r>
              <a:rPr lang="it-IT" sz="1100" dirty="0" err="1"/>
              <a:t>Modbus</a:t>
            </a:r>
            <a:r>
              <a:rPr lang="it-IT" sz="1100" dirty="0"/>
              <a:t> corrispondono a:</a:t>
            </a:r>
          </a:p>
          <a:p>
            <a:pPr marL="285750" indent="-285750">
              <a:buFontTx/>
              <a:buChar char="-"/>
            </a:pPr>
            <a:r>
              <a:rPr lang="it-IT" sz="1100" dirty="0"/>
              <a:t>ID slave</a:t>
            </a:r>
          </a:p>
          <a:p>
            <a:pPr marL="285750" indent="-285750">
              <a:buFontTx/>
              <a:buChar char="-"/>
            </a:pPr>
            <a:r>
              <a:rPr lang="it-IT" sz="1100" dirty="0" err="1"/>
              <a:t>Function</a:t>
            </a:r>
            <a:r>
              <a:rPr lang="it-IT" sz="1100" dirty="0"/>
              <a:t> code</a:t>
            </a:r>
          </a:p>
          <a:p>
            <a:pPr marL="285750" indent="-285750">
              <a:buFontTx/>
              <a:buChar char="-"/>
            </a:pPr>
            <a:r>
              <a:rPr lang="it-IT" sz="1100" dirty="0"/>
              <a:t>Indirizzo del registro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789B2DDA-B0E2-685F-7419-CC18E72A448B}"/>
              </a:ext>
            </a:extLst>
          </p:cNvPr>
          <p:cNvSpPr txBox="1"/>
          <p:nvPr/>
        </p:nvSpPr>
        <p:spPr>
          <a:xfrm>
            <a:off x="3850138" y="2735370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0x44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3A7D86C-E3E4-FD48-F26B-2DFB2F72E3B0}"/>
              </a:ext>
            </a:extLst>
          </p:cNvPr>
          <p:cNvSpPr txBox="1"/>
          <p:nvPr/>
        </p:nvSpPr>
        <p:spPr>
          <a:xfrm>
            <a:off x="3184903" y="2735370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0x9a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BEE1BCB-1CC6-CE97-1FF6-C294B2CC3B70}"/>
              </a:ext>
            </a:extLst>
          </p:cNvPr>
          <p:cNvSpPr txBox="1"/>
          <p:nvPr/>
        </p:nvSpPr>
        <p:spPr>
          <a:xfrm>
            <a:off x="2487128" y="2735370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0x40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460D5887-1ECA-BBD0-A616-3171730F9A64}"/>
              </a:ext>
            </a:extLst>
          </p:cNvPr>
          <p:cNvSpPr txBox="1"/>
          <p:nvPr/>
        </p:nvSpPr>
        <p:spPr>
          <a:xfrm>
            <a:off x="1851577" y="2728641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0x00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384B868-6F68-2563-46FA-4B0269FDACFA}"/>
              </a:ext>
            </a:extLst>
          </p:cNvPr>
          <p:cNvSpPr txBox="1"/>
          <p:nvPr/>
        </p:nvSpPr>
        <p:spPr>
          <a:xfrm>
            <a:off x="418808" y="2692731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Byte </a:t>
            </a:r>
            <a:r>
              <a:rPr lang="it-IT" dirty="0" err="1"/>
              <a:t>value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4E42C71-0660-1FE8-FEFC-D94251194D62}"/>
              </a:ext>
            </a:extLst>
          </p:cNvPr>
          <p:cNvSpPr txBox="1"/>
          <p:nvPr/>
        </p:nvSpPr>
        <p:spPr>
          <a:xfrm>
            <a:off x="6945094" y="5165615"/>
            <a:ext cx="430939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La risposta </a:t>
            </a:r>
            <a:r>
              <a:rPr lang="it-IT" dirty="0" err="1"/>
              <a:t>Modbus</a:t>
            </a:r>
            <a:r>
              <a:rPr lang="it-IT" dirty="0"/>
              <a:t> Gavazzi è in formato LSW-MSW e MSB-LSB.</a:t>
            </a:r>
          </a:p>
        </p:txBody>
      </p:sp>
    </p:spTree>
    <p:extLst>
      <p:ext uri="{BB962C8B-B14F-4D97-AF65-F5344CB8AC3E}">
        <p14:creationId xmlns:p14="http://schemas.microsoft.com/office/powerpoint/2010/main" val="292963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270F-9EF0-DA02-E3D2-2D6A627D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A2E15B27-4576-77C6-87C2-5AF2F8EABDF5}"/>
              </a:ext>
            </a:extLst>
          </p:cNvPr>
          <p:cNvSpPr/>
          <p:nvPr/>
        </p:nvSpPr>
        <p:spPr>
          <a:xfrm>
            <a:off x="5109700" y="331596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820123-4F93-AB21-1D42-95FF3F086319}"/>
              </a:ext>
            </a:extLst>
          </p:cNvPr>
          <p:cNvSpPr/>
          <p:nvPr/>
        </p:nvSpPr>
        <p:spPr>
          <a:xfrm>
            <a:off x="5666272" y="331596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D9133A5-F3FF-9E11-53F9-F16B65A8F6DE}"/>
              </a:ext>
            </a:extLst>
          </p:cNvPr>
          <p:cNvSpPr/>
          <p:nvPr/>
        </p:nvSpPr>
        <p:spPr>
          <a:xfrm>
            <a:off x="6241120" y="332420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8D70EA7-E403-D8E7-5177-2ADC1DFC09B7}"/>
              </a:ext>
            </a:extLst>
          </p:cNvPr>
          <p:cNvSpPr/>
          <p:nvPr/>
        </p:nvSpPr>
        <p:spPr>
          <a:xfrm>
            <a:off x="8997837" y="332420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56110F2F-D687-5D77-1EE2-2D7B99E8AB93}"/>
              </a:ext>
            </a:extLst>
          </p:cNvPr>
          <p:cNvSpPr/>
          <p:nvPr/>
        </p:nvSpPr>
        <p:spPr>
          <a:xfrm>
            <a:off x="9564186" y="332420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C39BDD9E-5AA6-E354-03AA-E43E5F498904}"/>
              </a:ext>
            </a:extLst>
          </p:cNvPr>
          <p:cNvSpPr/>
          <p:nvPr/>
        </p:nvSpPr>
        <p:spPr>
          <a:xfrm>
            <a:off x="1362645" y="329537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32630266-62D9-2A97-897E-B6E460AD5371}"/>
              </a:ext>
            </a:extLst>
          </p:cNvPr>
          <p:cNvSpPr/>
          <p:nvPr/>
        </p:nvSpPr>
        <p:spPr>
          <a:xfrm>
            <a:off x="2083457" y="3295377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B828CEE-7A38-278B-945D-C0B17F9BE1CC}"/>
              </a:ext>
            </a:extLst>
          </p:cNvPr>
          <p:cNvSpPr/>
          <p:nvPr/>
        </p:nvSpPr>
        <p:spPr>
          <a:xfrm>
            <a:off x="6816225" y="3328324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E5DC9D7-5066-3387-67BA-00F144F3303C}"/>
              </a:ext>
            </a:extLst>
          </p:cNvPr>
          <p:cNvSpPr/>
          <p:nvPr/>
        </p:nvSpPr>
        <p:spPr>
          <a:xfrm>
            <a:off x="7382574" y="3324206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130F7B7-466A-6546-2012-4EE879D69676}"/>
              </a:ext>
            </a:extLst>
          </p:cNvPr>
          <p:cNvSpPr/>
          <p:nvPr/>
        </p:nvSpPr>
        <p:spPr>
          <a:xfrm>
            <a:off x="2922947" y="330773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AE197E73-233A-D09C-9129-83D57624888C}"/>
              </a:ext>
            </a:extLst>
          </p:cNvPr>
          <p:cNvSpPr/>
          <p:nvPr/>
        </p:nvSpPr>
        <p:spPr>
          <a:xfrm>
            <a:off x="3538728" y="329537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2570A423-341D-B7EB-DD5E-38BBB58789E8}"/>
              </a:ext>
            </a:extLst>
          </p:cNvPr>
          <p:cNvSpPr/>
          <p:nvPr/>
        </p:nvSpPr>
        <p:spPr>
          <a:xfrm>
            <a:off x="7938243" y="332420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B8D6FDC6-125A-AEF9-D638-14D1E987C94B}"/>
              </a:ext>
            </a:extLst>
          </p:cNvPr>
          <p:cNvSpPr/>
          <p:nvPr/>
        </p:nvSpPr>
        <p:spPr>
          <a:xfrm>
            <a:off x="8431488" y="3324206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4A4FA323-7FFF-18D1-DE79-DD13097B5C78}"/>
              </a:ext>
            </a:extLst>
          </p:cNvPr>
          <p:cNvSpPr/>
          <p:nvPr/>
        </p:nvSpPr>
        <p:spPr>
          <a:xfrm rot="16200000">
            <a:off x="7270224" y="3384438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Parentesi graffa aperta 35">
            <a:extLst>
              <a:ext uri="{FF2B5EF4-FFF2-40B4-BE49-F238E27FC236}">
                <a16:creationId xmlns:a16="http://schemas.microsoft.com/office/drawing/2014/main" id="{0149FDE2-4467-8EC6-9DDE-55736AEF053E}"/>
              </a:ext>
            </a:extLst>
          </p:cNvPr>
          <p:cNvSpPr/>
          <p:nvPr/>
        </p:nvSpPr>
        <p:spPr>
          <a:xfrm rot="16200000">
            <a:off x="8395923" y="3467145"/>
            <a:ext cx="132835" cy="9722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DFC60F5-9B75-09BF-8368-0D683E70724B}"/>
              </a:ext>
            </a:extLst>
          </p:cNvPr>
          <p:cNvSpPr txBox="1"/>
          <p:nvPr/>
        </p:nvSpPr>
        <p:spPr>
          <a:xfrm>
            <a:off x="7066116" y="4064057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62CB9C9-6F1E-156B-EEFA-28BA74E339DB}"/>
              </a:ext>
            </a:extLst>
          </p:cNvPr>
          <p:cNvSpPr txBox="1"/>
          <p:nvPr/>
        </p:nvSpPr>
        <p:spPr>
          <a:xfrm>
            <a:off x="8187829" y="4063076"/>
            <a:ext cx="72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94427D-D3FE-ECDA-D140-D0FA3D85A951}"/>
              </a:ext>
            </a:extLst>
          </p:cNvPr>
          <p:cNvSpPr txBox="1"/>
          <p:nvPr/>
        </p:nvSpPr>
        <p:spPr>
          <a:xfrm>
            <a:off x="3221461" y="1951379"/>
            <a:ext cx="795258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b="1" dirty="0"/>
              <a:t>Modbus_Base_03h(): </a:t>
            </a:r>
            <a:r>
              <a:rPr lang="it-IT" dirty="0"/>
              <a:t>viene prima effettuata una </a:t>
            </a:r>
            <a:r>
              <a:rPr lang="it-IT" b="1" i="1" dirty="0" err="1"/>
              <a:t>memcpy</a:t>
            </a:r>
            <a:r>
              <a:rPr lang="it-IT" b="1" i="1" dirty="0"/>
              <a:t>() </a:t>
            </a:r>
            <a:r>
              <a:rPr lang="it-IT" dirty="0"/>
              <a:t>tramite le quale però ottengo un buffer in formato LSB-MSB e LSW-MSW. Viene quindi fatto uno swap dei byte all'interno della singola word in modo tale da avere la risposta in formato MSB-LSB e LSW-MSW.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3292B5F3-05F9-3D54-48AB-FD2A9CF78F86}"/>
              </a:ext>
            </a:extLst>
          </p:cNvPr>
          <p:cNvSpPr/>
          <p:nvPr/>
        </p:nvSpPr>
        <p:spPr>
          <a:xfrm>
            <a:off x="4388888" y="3324206"/>
            <a:ext cx="502508" cy="39541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AACA104-7302-6B57-1398-13B99D655EDA}"/>
              </a:ext>
            </a:extLst>
          </p:cNvPr>
          <p:cNvSpPr/>
          <p:nvPr/>
        </p:nvSpPr>
        <p:spPr>
          <a:xfrm>
            <a:off x="3690121" y="1112162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24A0082-F680-6DA2-633C-1B9E0F998DE9}"/>
              </a:ext>
            </a:extLst>
          </p:cNvPr>
          <p:cNvSpPr/>
          <p:nvPr/>
        </p:nvSpPr>
        <p:spPr>
          <a:xfrm>
            <a:off x="3018737" y="1112163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58B7994-7E1C-7EE5-9C51-0B4E131B7ADA}"/>
              </a:ext>
            </a:extLst>
          </p:cNvPr>
          <p:cNvSpPr/>
          <p:nvPr/>
        </p:nvSpPr>
        <p:spPr>
          <a:xfrm>
            <a:off x="2318520" y="1112164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F7DA528-B932-63C3-48E2-BFF40C1215AE}"/>
              </a:ext>
            </a:extLst>
          </p:cNvPr>
          <p:cNvSpPr/>
          <p:nvPr/>
        </p:nvSpPr>
        <p:spPr>
          <a:xfrm>
            <a:off x="1675969" y="111216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3108257-1A65-5891-4499-A1621DDF4D26}"/>
              </a:ext>
            </a:extLst>
          </p:cNvPr>
          <p:cNvSpPr txBox="1"/>
          <p:nvPr/>
        </p:nvSpPr>
        <p:spPr>
          <a:xfrm>
            <a:off x="229531" y="1125204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8B32AF1-0667-C087-E587-F05B0D37DC01}"/>
              </a:ext>
            </a:extLst>
          </p:cNvPr>
          <p:cNvSpPr txBox="1"/>
          <p:nvPr/>
        </p:nvSpPr>
        <p:spPr>
          <a:xfrm>
            <a:off x="1642648" y="1582030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0x00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DF85C9E-8081-FE88-5F21-8D47430A9144}"/>
              </a:ext>
            </a:extLst>
          </p:cNvPr>
          <p:cNvSpPr txBox="1"/>
          <p:nvPr/>
        </p:nvSpPr>
        <p:spPr>
          <a:xfrm>
            <a:off x="2285199" y="1571053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8881B13-518E-30B2-C3AB-2055901F79A5}"/>
              </a:ext>
            </a:extLst>
          </p:cNvPr>
          <p:cNvSpPr txBox="1"/>
          <p:nvPr/>
        </p:nvSpPr>
        <p:spPr>
          <a:xfrm>
            <a:off x="2985416" y="1571054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0x02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57A5C0D-0FB9-7EFB-32E6-5E4B946CAAA3}"/>
              </a:ext>
            </a:extLst>
          </p:cNvPr>
          <p:cNvSpPr txBox="1"/>
          <p:nvPr/>
        </p:nvSpPr>
        <p:spPr>
          <a:xfrm>
            <a:off x="3656800" y="1571054"/>
            <a:ext cx="56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rgbClr val="FF0000"/>
                </a:solidFill>
              </a:rPr>
              <a:t>0x03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5370BA6-C299-985C-4624-B795F6A3506F}"/>
              </a:ext>
            </a:extLst>
          </p:cNvPr>
          <p:cNvSpPr txBox="1"/>
          <p:nvPr/>
        </p:nvSpPr>
        <p:spPr>
          <a:xfrm>
            <a:off x="42803" y="1521026"/>
            <a:ext cx="2248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Memory offset</a:t>
            </a:r>
          </a:p>
        </p:txBody>
      </p:sp>
      <p:sp>
        <p:nvSpPr>
          <p:cNvPr id="33" name="Freccia in giù 32">
            <a:extLst>
              <a:ext uri="{FF2B5EF4-FFF2-40B4-BE49-F238E27FC236}">
                <a16:creationId xmlns:a16="http://schemas.microsoft.com/office/drawing/2014/main" id="{8E0EB8A4-0B34-1EDB-A874-6FFFED2427CC}"/>
              </a:ext>
            </a:extLst>
          </p:cNvPr>
          <p:cNvSpPr/>
          <p:nvPr/>
        </p:nvSpPr>
        <p:spPr>
          <a:xfrm>
            <a:off x="2410222" y="2130009"/>
            <a:ext cx="600335" cy="693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C7577B1-0C34-7F09-88EB-7BC3E52C6271}"/>
              </a:ext>
            </a:extLst>
          </p:cNvPr>
          <p:cNvSpPr txBox="1"/>
          <p:nvPr/>
        </p:nvSpPr>
        <p:spPr>
          <a:xfrm>
            <a:off x="6842704" y="3083189"/>
            <a:ext cx="50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MSB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D098B08-5A70-622E-226C-4C75AC4F2121}"/>
              </a:ext>
            </a:extLst>
          </p:cNvPr>
          <p:cNvSpPr txBox="1"/>
          <p:nvPr/>
        </p:nvSpPr>
        <p:spPr>
          <a:xfrm>
            <a:off x="7992988" y="3072062"/>
            <a:ext cx="50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MSB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7E50E1-93A2-12BD-2B37-66DDE0C2E41D}"/>
              </a:ext>
            </a:extLst>
          </p:cNvPr>
          <p:cNvSpPr txBox="1"/>
          <p:nvPr/>
        </p:nvSpPr>
        <p:spPr>
          <a:xfrm>
            <a:off x="8495496" y="3079382"/>
            <a:ext cx="50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LSB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72C330A-2E50-D07C-794A-F65C7C403786}"/>
              </a:ext>
            </a:extLst>
          </p:cNvPr>
          <p:cNvSpPr txBox="1"/>
          <p:nvPr/>
        </p:nvSpPr>
        <p:spPr>
          <a:xfrm>
            <a:off x="7430781" y="3072062"/>
            <a:ext cx="50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406549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3A8537-56C5-C4DE-2C3F-AB8003D0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68C18AF-A4C3-7551-F59F-8611D8FBE6F2}"/>
              </a:ext>
            </a:extLst>
          </p:cNvPr>
          <p:cNvSpPr/>
          <p:nvPr/>
        </p:nvSpPr>
        <p:spPr>
          <a:xfrm>
            <a:off x="4835609" y="1068865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C32985F-E66F-681B-0740-34EDC208F47F}"/>
              </a:ext>
            </a:extLst>
          </p:cNvPr>
          <p:cNvSpPr/>
          <p:nvPr/>
        </p:nvSpPr>
        <p:spPr>
          <a:xfrm>
            <a:off x="4164225" y="1068866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D48291C-9B86-6104-3096-CD80C14D24D6}"/>
              </a:ext>
            </a:extLst>
          </p:cNvPr>
          <p:cNvSpPr/>
          <p:nvPr/>
        </p:nvSpPr>
        <p:spPr>
          <a:xfrm>
            <a:off x="3464008" y="1068867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99958FD-13C5-3E37-8318-E3CE610E596B}"/>
              </a:ext>
            </a:extLst>
          </p:cNvPr>
          <p:cNvSpPr/>
          <p:nvPr/>
        </p:nvSpPr>
        <p:spPr>
          <a:xfrm>
            <a:off x="2821457" y="1068867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8D60030-A536-177E-1323-ACCC3540EB68}"/>
              </a:ext>
            </a:extLst>
          </p:cNvPr>
          <p:cNvSpPr/>
          <p:nvPr/>
        </p:nvSpPr>
        <p:spPr>
          <a:xfrm>
            <a:off x="6718854" y="470585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C9C8922-1F09-F980-48CD-D2CEBA7B6B9F}"/>
              </a:ext>
            </a:extLst>
          </p:cNvPr>
          <p:cNvSpPr/>
          <p:nvPr/>
        </p:nvSpPr>
        <p:spPr>
          <a:xfrm>
            <a:off x="7275426" y="470585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713AAB8-D590-B387-1C9F-95EB62CD02CB}"/>
              </a:ext>
            </a:extLst>
          </p:cNvPr>
          <p:cNvSpPr/>
          <p:nvPr/>
        </p:nvSpPr>
        <p:spPr>
          <a:xfrm>
            <a:off x="7850274" y="471409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2274C32-12B1-94EB-E43A-DE95DB25DE1B}"/>
              </a:ext>
            </a:extLst>
          </p:cNvPr>
          <p:cNvSpPr/>
          <p:nvPr/>
        </p:nvSpPr>
        <p:spPr>
          <a:xfrm>
            <a:off x="10670832" y="470585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33B7A16-DED8-DA7D-5561-186086625F6E}"/>
              </a:ext>
            </a:extLst>
          </p:cNvPr>
          <p:cNvSpPr/>
          <p:nvPr/>
        </p:nvSpPr>
        <p:spPr>
          <a:xfrm>
            <a:off x="11362810" y="471409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B0F51A-69E7-7C33-17BC-8A2ECA7AE424}"/>
              </a:ext>
            </a:extLst>
          </p:cNvPr>
          <p:cNvSpPr txBox="1"/>
          <p:nvPr/>
        </p:nvSpPr>
        <p:spPr>
          <a:xfrm>
            <a:off x="635960" y="1042778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0x200001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2EC9BA51-198B-F3EE-421D-5C2326F65A23}"/>
              </a:ext>
            </a:extLst>
          </p:cNvPr>
          <p:cNvSpPr/>
          <p:nvPr/>
        </p:nvSpPr>
        <p:spPr>
          <a:xfrm>
            <a:off x="2971799" y="4685266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AFE97AB-5832-5A49-66C1-02652382FB12}"/>
              </a:ext>
            </a:extLst>
          </p:cNvPr>
          <p:cNvSpPr/>
          <p:nvPr/>
        </p:nvSpPr>
        <p:spPr>
          <a:xfrm>
            <a:off x="3692611" y="4685265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7E1722F-252A-A759-2F04-06B504A8423B}"/>
              </a:ext>
            </a:extLst>
          </p:cNvPr>
          <p:cNvSpPr/>
          <p:nvPr/>
        </p:nvSpPr>
        <p:spPr>
          <a:xfrm>
            <a:off x="9563236" y="4714094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6B211CAF-9D68-4214-FD50-695E16EF46A4}"/>
              </a:ext>
            </a:extLst>
          </p:cNvPr>
          <p:cNvSpPr/>
          <p:nvPr/>
        </p:nvSpPr>
        <p:spPr>
          <a:xfrm>
            <a:off x="10117034" y="471409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B8793DD8-82DB-C85B-8A1E-6811419F7FF7}"/>
              </a:ext>
            </a:extLst>
          </p:cNvPr>
          <p:cNvSpPr/>
          <p:nvPr/>
        </p:nvSpPr>
        <p:spPr>
          <a:xfrm>
            <a:off x="4769707" y="5459621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84B9435F-6221-1B4D-3CEB-A38A58238C26}"/>
              </a:ext>
            </a:extLst>
          </p:cNvPr>
          <p:cNvSpPr/>
          <p:nvPr/>
        </p:nvSpPr>
        <p:spPr>
          <a:xfrm>
            <a:off x="5385488" y="5447261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2A1C39CB-1E40-0A43-817B-3A05899AB8F5}"/>
              </a:ext>
            </a:extLst>
          </p:cNvPr>
          <p:cNvSpPr/>
          <p:nvPr/>
        </p:nvSpPr>
        <p:spPr>
          <a:xfrm>
            <a:off x="8419331" y="4714094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3876F6F3-CF83-6396-8D73-D81814D6B73B}"/>
              </a:ext>
            </a:extLst>
          </p:cNvPr>
          <p:cNvSpPr/>
          <p:nvPr/>
        </p:nvSpPr>
        <p:spPr>
          <a:xfrm>
            <a:off x="8988388" y="4705855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Parentesi graffa aperta 34">
            <a:extLst>
              <a:ext uri="{FF2B5EF4-FFF2-40B4-BE49-F238E27FC236}">
                <a16:creationId xmlns:a16="http://schemas.microsoft.com/office/drawing/2014/main" id="{C2C0FB90-3F02-7099-23D6-548CCD49DC8E}"/>
              </a:ext>
            </a:extLst>
          </p:cNvPr>
          <p:cNvSpPr/>
          <p:nvPr/>
        </p:nvSpPr>
        <p:spPr>
          <a:xfrm rot="16200000">
            <a:off x="3558746" y="4767642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Parentesi graffa aperta 35">
            <a:extLst>
              <a:ext uri="{FF2B5EF4-FFF2-40B4-BE49-F238E27FC236}">
                <a16:creationId xmlns:a16="http://schemas.microsoft.com/office/drawing/2014/main" id="{710B3062-57DF-683B-D87A-3B559092F4B9}"/>
              </a:ext>
            </a:extLst>
          </p:cNvPr>
          <p:cNvSpPr/>
          <p:nvPr/>
        </p:nvSpPr>
        <p:spPr>
          <a:xfrm rot="16200000">
            <a:off x="5262946" y="5471977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AA10772-8537-794C-636F-4F83E4C5A76B}"/>
              </a:ext>
            </a:extLst>
          </p:cNvPr>
          <p:cNvSpPr txBox="1"/>
          <p:nvPr/>
        </p:nvSpPr>
        <p:spPr>
          <a:xfrm>
            <a:off x="3354638" y="5447261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99BFB21-D5AD-3C85-601F-E59B53C67A97}"/>
              </a:ext>
            </a:extLst>
          </p:cNvPr>
          <p:cNvSpPr txBox="1"/>
          <p:nvPr/>
        </p:nvSpPr>
        <p:spPr>
          <a:xfrm>
            <a:off x="5068221" y="6248381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4291B77-5483-0A1C-15D7-629AE1F41417}"/>
              </a:ext>
            </a:extLst>
          </p:cNvPr>
          <p:cNvSpPr txBox="1"/>
          <p:nvPr/>
        </p:nvSpPr>
        <p:spPr>
          <a:xfrm>
            <a:off x="2115064" y="446223"/>
            <a:ext cx="1713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CONVERT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ECE8B5-8BB0-0D65-619B-33DB3A7479A4}"/>
              </a:ext>
            </a:extLst>
          </p:cNvPr>
          <p:cNvSpPr txBox="1"/>
          <p:nvPr/>
        </p:nvSpPr>
        <p:spPr>
          <a:xfrm>
            <a:off x="659027" y="5289372"/>
            <a:ext cx="210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Modbus_Base_03h</a:t>
            </a: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858F39DA-C96C-7FE4-9416-EB835CC058F8}"/>
              </a:ext>
            </a:extLst>
          </p:cNvPr>
          <p:cNvSpPr/>
          <p:nvPr/>
        </p:nvSpPr>
        <p:spPr>
          <a:xfrm>
            <a:off x="5998042" y="4714094"/>
            <a:ext cx="502508" cy="39541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5D0FE327-F3C6-50DC-B9EE-6FBEC110E9B9}"/>
              </a:ext>
            </a:extLst>
          </p:cNvPr>
          <p:cNvSpPr/>
          <p:nvPr/>
        </p:nvSpPr>
        <p:spPr>
          <a:xfrm>
            <a:off x="2966649" y="2552702"/>
            <a:ext cx="600335" cy="693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63FF36B0-91D7-F10D-BF7E-C324A67FA1FC}"/>
              </a:ext>
            </a:extLst>
          </p:cNvPr>
          <p:cNvGrpSpPr/>
          <p:nvPr/>
        </p:nvGrpSpPr>
        <p:grpSpPr>
          <a:xfrm>
            <a:off x="4665240" y="2159136"/>
            <a:ext cx="2868840" cy="1859040"/>
            <a:chOff x="4665240" y="2159136"/>
            <a:chExt cx="2868840" cy="18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put penna 9">
                  <a:extLst>
                    <a:ext uri="{FF2B5EF4-FFF2-40B4-BE49-F238E27FC236}">
                      <a16:creationId xmlns:a16="http://schemas.microsoft.com/office/drawing/2014/main" id="{033E483C-9125-D2BA-9A4C-49D29B8D17EC}"/>
                    </a:ext>
                  </a:extLst>
                </p14:cNvPr>
                <p14:cNvContentPartPr/>
                <p14:nvPr/>
              </p14:nvContentPartPr>
              <p14:xfrm>
                <a:off x="4665240" y="2203416"/>
                <a:ext cx="2868840" cy="1814760"/>
              </p14:xfrm>
            </p:contentPart>
          </mc:Choice>
          <mc:Fallback xmlns="">
            <p:pic>
              <p:nvPicPr>
                <p:cNvPr id="10" name="Input penna 9">
                  <a:extLst>
                    <a:ext uri="{FF2B5EF4-FFF2-40B4-BE49-F238E27FC236}">
                      <a16:creationId xmlns:a16="http://schemas.microsoft.com/office/drawing/2014/main" id="{033E483C-9125-D2BA-9A4C-49D29B8D17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59120" y="2197296"/>
                  <a:ext cx="2881080" cy="18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put penna 10">
                  <a:extLst>
                    <a:ext uri="{FF2B5EF4-FFF2-40B4-BE49-F238E27FC236}">
                      <a16:creationId xmlns:a16="http://schemas.microsoft.com/office/drawing/2014/main" id="{B24ABEC2-9568-2A3B-76A7-8ADA2E87B342}"/>
                    </a:ext>
                  </a:extLst>
                </p14:cNvPr>
                <p14:cNvContentPartPr/>
                <p14:nvPr/>
              </p14:nvContentPartPr>
              <p14:xfrm>
                <a:off x="4763880" y="2159136"/>
                <a:ext cx="2734920" cy="1809720"/>
              </p14:xfrm>
            </p:contentPart>
          </mc:Choice>
          <mc:Fallback xmlns="">
            <p:pic>
              <p:nvPicPr>
                <p:cNvPr id="11" name="Input penna 10">
                  <a:extLst>
                    <a:ext uri="{FF2B5EF4-FFF2-40B4-BE49-F238E27FC236}">
                      <a16:creationId xmlns:a16="http://schemas.microsoft.com/office/drawing/2014/main" id="{B24ABEC2-9568-2A3B-76A7-8ADA2E87B3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57760" y="2153016"/>
                  <a:ext cx="2747160" cy="182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521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E954-7D30-5D11-1047-16A7D5C1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E7D7973-856C-921F-7EC4-5AE14817F7FD}"/>
              </a:ext>
            </a:extLst>
          </p:cNvPr>
          <p:cNvSpPr/>
          <p:nvPr/>
        </p:nvSpPr>
        <p:spPr>
          <a:xfrm>
            <a:off x="4719255" y="65078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1E43D5F-AA0E-48AF-6156-53D2BAE8AB6F}"/>
              </a:ext>
            </a:extLst>
          </p:cNvPr>
          <p:cNvSpPr/>
          <p:nvPr/>
        </p:nvSpPr>
        <p:spPr>
          <a:xfrm>
            <a:off x="4047871" y="6507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7A0D787-0E63-A3DD-5D7F-C9AB463C0890}"/>
              </a:ext>
            </a:extLst>
          </p:cNvPr>
          <p:cNvSpPr/>
          <p:nvPr/>
        </p:nvSpPr>
        <p:spPr>
          <a:xfrm>
            <a:off x="3347654" y="65078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A92B632-3A4F-498C-6580-2A120686889A}"/>
              </a:ext>
            </a:extLst>
          </p:cNvPr>
          <p:cNvSpPr/>
          <p:nvPr/>
        </p:nvSpPr>
        <p:spPr>
          <a:xfrm>
            <a:off x="2705103" y="650788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9B166E9-0C91-4C71-8208-FAC6F49FB2AF}"/>
              </a:ext>
            </a:extLst>
          </p:cNvPr>
          <p:cNvSpPr/>
          <p:nvPr/>
        </p:nvSpPr>
        <p:spPr>
          <a:xfrm>
            <a:off x="2845146" y="262581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249F670-9EB1-90E2-EF37-54FF13B77F75}"/>
              </a:ext>
            </a:extLst>
          </p:cNvPr>
          <p:cNvSpPr/>
          <p:nvPr/>
        </p:nvSpPr>
        <p:spPr>
          <a:xfrm>
            <a:off x="3625682" y="262581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B269331-1BD6-4355-66DC-35C26F6736A2}"/>
              </a:ext>
            </a:extLst>
          </p:cNvPr>
          <p:cNvSpPr/>
          <p:nvPr/>
        </p:nvSpPr>
        <p:spPr>
          <a:xfrm>
            <a:off x="6751941" y="262581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1DF62BC-12B7-7801-1C77-C5E1DEED6B61}"/>
              </a:ext>
            </a:extLst>
          </p:cNvPr>
          <p:cNvSpPr/>
          <p:nvPr/>
        </p:nvSpPr>
        <p:spPr>
          <a:xfrm>
            <a:off x="7435682" y="262581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8BAFB89-DFFD-AECC-29D4-57B7B77DEF07}"/>
              </a:ext>
            </a:extLst>
          </p:cNvPr>
          <p:cNvSpPr txBox="1"/>
          <p:nvPr/>
        </p:nvSpPr>
        <p:spPr>
          <a:xfrm>
            <a:off x="519606" y="624699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E4BE7B48-4033-CDD4-C1DA-9F52C831E71A}"/>
              </a:ext>
            </a:extLst>
          </p:cNvPr>
          <p:cNvSpPr/>
          <p:nvPr/>
        </p:nvSpPr>
        <p:spPr>
          <a:xfrm>
            <a:off x="4274413" y="2629931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5C19299B-F1D8-A244-2D97-08ADB18F0A77}"/>
              </a:ext>
            </a:extLst>
          </p:cNvPr>
          <p:cNvSpPr/>
          <p:nvPr/>
        </p:nvSpPr>
        <p:spPr>
          <a:xfrm>
            <a:off x="4944766" y="2625813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F5282FD8-0E8E-3786-8107-A7E49DE99827}"/>
              </a:ext>
            </a:extLst>
          </p:cNvPr>
          <p:cNvSpPr/>
          <p:nvPr/>
        </p:nvSpPr>
        <p:spPr>
          <a:xfrm>
            <a:off x="5592468" y="261757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88CCF0B3-15BC-276E-12D8-4A1FA580B25B}"/>
              </a:ext>
            </a:extLst>
          </p:cNvPr>
          <p:cNvSpPr/>
          <p:nvPr/>
        </p:nvSpPr>
        <p:spPr>
          <a:xfrm>
            <a:off x="6185592" y="2625813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AEBA9B2-243F-60F3-1186-821F3248FC9E}"/>
              </a:ext>
            </a:extLst>
          </p:cNvPr>
          <p:cNvSpPr/>
          <p:nvPr/>
        </p:nvSpPr>
        <p:spPr>
          <a:xfrm>
            <a:off x="2861621" y="383265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CFE6DEC-7CD4-C537-C96F-C6AA8526E07C}"/>
              </a:ext>
            </a:extLst>
          </p:cNvPr>
          <p:cNvSpPr/>
          <p:nvPr/>
        </p:nvSpPr>
        <p:spPr>
          <a:xfrm>
            <a:off x="3642157" y="383265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6AA4165-DC01-E7BB-1DD5-B2FCB6EC367C}"/>
              </a:ext>
            </a:extLst>
          </p:cNvPr>
          <p:cNvSpPr/>
          <p:nvPr/>
        </p:nvSpPr>
        <p:spPr>
          <a:xfrm>
            <a:off x="6768416" y="3832651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F14757D-52D0-9415-931A-483FD86DEDF6}"/>
              </a:ext>
            </a:extLst>
          </p:cNvPr>
          <p:cNvSpPr/>
          <p:nvPr/>
        </p:nvSpPr>
        <p:spPr>
          <a:xfrm>
            <a:off x="7382136" y="3832650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C6243B3-681F-D4FE-BA53-BBB4A85F6D2A}"/>
              </a:ext>
            </a:extLst>
          </p:cNvPr>
          <p:cNvSpPr/>
          <p:nvPr/>
        </p:nvSpPr>
        <p:spPr>
          <a:xfrm>
            <a:off x="5507001" y="3840887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8EA146E-49AF-F803-9DC3-69F6E2895767}"/>
              </a:ext>
            </a:extLst>
          </p:cNvPr>
          <p:cNvSpPr/>
          <p:nvPr/>
        </p:nvSpPr>
        <p:spPr>
          <a:xfrm>
            <a:off x="6177354" y="3836769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EBDBE30-9B2D-7CF2-7D22-430CA9A3F95A}"/>
              </a:ext>
            </a:extLst>
          </p:cNvPr>
          <p:cNvSpPr/>
          <p:nvPr/>
        </p:nvSpPr>
        <p:spPr>
          <a:xfrm>
            <a:off x="4304276" y="3832650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F64BA63-F2FC-15B9-56A8-E65A8965F45E}"/>
              </a:ext>
            </a:extLst>
          </p:cNvPr>
          <p:cNvSpPr/>
          <p:nvPr/>
        </p:nvSpPr>
        <p:spPr>
          <a:xfrm>
            <a:off x="4897400" y="38408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C74E4EF-8236-BF6A-E30D-D955B1473E48}"/>
              </a:ext>
            </a:extLst>
          </p:cNvPr>
          <p:cNvSpPr txBox="1"/>
          <p:nvPr/>
        </p:nvSpPr>
        <p:spPr>
          <a:xfrm>
            <a:off x="518990" y="2638855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oggi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526B29E-1A5F-4D5B-9522-C80AC0C14834}"/>
              </a:ext>
            </a:extLst>
          </p:cNvPr>
          <p:cNvSpPr txBox="1"/>
          <p:nvPr/>
        </p:nvSpPr>
        <p:spPr>
          <a:xfrm>
            <a:off x="518990" y="3745468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Sunspec</a:t>
            </a:r>
            <a:r>
              <a:rPr lang="it-IT" dirty="0"/>
              <a:t> (MSB)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8A5FD81-9D16-938A-BE75-9B073544EAEB}"/>
              </a:ext>
            </a:extLst>
          </p:cNvPr>
          <p:cNvSpPr txBox="1"/>
          <p:nvPr/>
        </p:nvSpPr>
        <p:spPr>
          <a:xfrm>
            <a:off x="559397" y="473332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LSB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ED74786-6012-10B7-8154-B91146F63CFA}"/>
              </a:ext>
            </a:extLst>
          </p:cNvPr>
          <p:cNvSpPr/>
          <p:nvPr/>
        </p:nvSpPr>
        <p:spPr>
          <a:xfrm>
            <a:off x="2888393" y="471204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A201F9F-B092-9CCC-1AC0-009BA268FC70}"/>
              </a:ext>
            </a:extLst>
          </p:cNvPr>
          <p:cNvSpPr/>
          <p:nvPr/>
        </p:nvSpPr>
        <p:spPr>
          <a:xfrm>
            <a:off x="3668929" y="471204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95C0675-9EC0-081F-03FA-44A59EEEE969}"/>
              </a:ext>
            </a:extLst>
          </p:cNvPr>
          <p:cNvSpPr/>
          <p:nvPr/>
        </p:nvSpPr>
        <p:spPr>
          <a:xfrm>
            <a:off x="6795188" y="471204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51CAC460-2ED8-2560-B938-FCA1A6E457DF}"/>
              </a:ext>
            </a:extLst>
          </p:cNvPr>
          <p:cNvSpPr/>
          <p:nvPr/>
        </p:nvSpPr>
        <p:spPr>
          <a:xfrm>
            <a:off x="7408908" y="4712041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24ED3EF0-4733-ACBD-3331-72482BF8D40F}"/>
              </a:ext>
            </a:extLst>
          </p:cNvPr>
          <p:cNvSpPr/>
          <p:nvPr/>
        </p:nvSpPr>
        <p:spPr>
          <a:xfrm>
            <a:off x="4897400" y="472027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4748BA45-E40E-B621-385B-E0049F8EC5FC}"/>
              </a:ext>
            </a:extLst>
          </p:cNvPr>
          <p:cNvSpPr/>
          <p:nvPr/>
        </p:nvSpPr>
        <p:spPr>
          <a:xfrm>
            <a:off x="4283677" y="4720278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4000B92E-99A5-8630-4A23-7C4A2B8ECBBA}"/>
              </a:ext>
            </a:extLst>
          </p:cNvPr>
          <p:cNvSpPr/>
          <p:nvPr/>
        </p:nvSpPr>
        <p:spPr>
          <a:xfrm>
            <a:off x="6175296" y="4712041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95C0A612-0825-C2A4-0C2E-CD1EACDB845F}"/>
              </a:ext>
            </a:extLst>
          </p:cNvPr>
          <p:cNvSpPr/>
          <p:nvPr/>
        </p:nvSpPr>
        <p:spPr>
          <a:xfrm>
            <a:off x="5566717" y="4720278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8B5644F-2028-A5E4-EC69-22F909852453}"/>
              </a:ext>
            </a:extLst>
          </p:cNvPr>
          <p:cNvSpPr txBox="1"/>
          <p:nvPr/>
        </p:nvSpPr>
        <p:spPr>
          <a:xfrm>
            <a:off x="478998" y="1957175"/>
            <a:ext cx="261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Risposte </a:t>
            </a:r>
            <a:r>
              <a:rPr lang="it-IT" b="1" dirty="0" err="1"/>
              <a:t>Modbus</a:t>
            </a:r>
            <a:r>
              <a:rPr lang="it-IT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5123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2F76-DD73-85B9-515B-E2320EE6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4A1B6D8-DE43-9748-13EA-A679470C5BDA}"/>
              </a:ext>
            </a:extLst>
          </p:cNvPr>
          <p:cNvSpPr/>
          <p:nvPr/>
        </p:nvSpPr>
        <p:spPr>
          <a:xfrm>
            <a:off x="4719255" y="65078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8EF238C-ACC7-D015-AF97-B127DE9D4BE2}"/>
              </a:ext>
            </a:extLst>
          </p:cNvPr>
          <p:cNvSpPr/>
          <p:nvPr/>
        </p:nvSpPr>
        <p:spPr>
          <a:xfrm>
            <a:off x="4047871" y="6507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4065F8A-FCCC-D2C6-B45E-63B729500DB5}"/>
              </a:ext>
            </a:extLst>
          </p:cNvPr>
          <p:cNvSpPr/>
          <p:nvPr/>
        </p:nvSpPr>
        <p:spPr>
          <a:xfrm>
            <a:off x="3347654" y="65078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FF2DCF2-3D07-E69E-685C-2FFE18DE3958}"/>
              </a:ext>
            </a:extLst>
          </p:cNvPr>
          <p:cNvSpPr/>
          <p:nvPr/>
        </p:nvSpPr>
        <p:spPr>
          <a:xfrm>
            <a:off x="2705103" y="650788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4315F22-3552-535F-054E-A38964FE64FD}"/>
              </a:ext>
            </a:extLst>
          </p:cNvPr>
          <p:cNvSpPr/>
          <p:nvPr/>
        </p:nvSpPr>
        <p:spPr>
          <a:xfrm>
            <a:off x="3160322" y="390886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00D314A-74BE-0360-B69F-46DEE262B10C}"/>
              </a:ext>
            </a:extLst>
          </p:cNvPr>
          <p:cNvSpPr/>
          <p:nvPr/>
        </p:nvSpPr>
        <p:spPr>
          <a:xfrm>
            <a:off x="3776266" y="39088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AD59381-7856-073A-1898-6C8CBC1CB82B}"/>
              </a:ext>
            </a:extLst>
          </p:cNvPr>
          <p:cNvSpPr/>
          <p:nvPr/>
        </p:nvSpPr>
        <p:spPr>
          <a:xfrm>
            <a:off x="6902525" y="3908861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4A31F51-3D47-BCD5-9B3B-4C46B1CDE2E7}"/>
              </a:ext>
            </a:extLst>
          </p:cNvPr>
          <p:cNvSpPr/>
          <p:nvPr/>
        </p:nvSpPr>
        <p:spPr>
          <a:xfrm>
            <a:off x="7586266" y="3908860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64C9192-C80E-CA35-0992-77AFD0933B5F}"/>
              </a:ext>
            </a:extLst>
          </p:cNvPr>
          <p:cNvSpPr txBox="1"/>
          <p:nvPr/>
        </p:nvSpPr>
        <p:spPr>
          <a:xfrm>
            <a:off x="519606" y="624699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0CFD1C38-066A-E268-45FD-20172CF580BC}"/>
              </a:ext>
            </a:extLst>
          </p:cNvPr>
          <p:cNvSpPr/>
          <p:nvPr/>
        </p:nvSpPr>
        <p:spPr>
          <a:xfrm>
            <a:off x="4424997" y="391297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87211F5D-06B1-C48F-CA5A-6618D10B7BA8}"/>
              </a:ext>
            </a:extLst>
          </p:cNvPr>
          <p:cNvSpPr/>
          <p:nvPr/>
        </p:nvSpPr>
        <p:spPr>
          <a:xfrm>
            <a:off x="5095350" y="3908860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7C80FB81-9687-5727-7D01-9B1A3F84C09E}"/>
              </a:ext>
            </a:extLst>
          </p:cNvPr>
          <p:cNvSpPr/>
          <p:nvPr/>
        </p:nvSpPr>
        <p:spPr>
          <a:xfrm>
            <a:off x="5743052" y="3900623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DF17ADD8-CDE9-F9AB-7FD9-37ED6CF7ADC4}"/>
              </a:ext>
            </a:extLst>
          </p:cNvPr>
          <p:cNvSpPr/>
          <p:nvPr/>
        </p:nvSpPr>
        <p:spPr>
          <a:xfrm>
            <a:off x="6336176" y="3908860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3157154-A9B5-0707-A394-2306229C1026}"/>
              </a:ext>
            </a:extLst>
          </p:cNvPr>
          <p:cNvSpPr/>
          <p:nvPr/>
        </p:nvSpPr>
        <p:spPr>
          <a:xfrm>
            <a:off x="3288790" y="485208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F63C79F-65E6-DDA9-20F3-00A8321A67A7}"/>
              </a:ext>
            </a:extLst>
          </p:cNvPr>
          <p:cNvSpPr/>
          <p:nvPr/>
        </p:nvSpPr>
        <p:spPr>
          <a:xfrm>
            <a:off x="3904734" y="485208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565F243-C93C-A5D3-6671-BEEAD15C3276}"/>
              </a:ext>
            </a:extLst>
          </p:cNvPr>
          <p:cNvSpPr/>
          <p:nvPr/>
        </p:nvSpPr>
        <p:spPr>
          <a:xfrm>
            <a:off x="7030993" y="485208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9809C2D-014B-6A98-73DF-D899199B8A9B}"/>
              </a:ext>
            </a:extLst>
          </p:cNvPr>
          <p:cNvSpPr/>
          <p:nvPr/>
        </p:nvSpPr>
        <p:spPr>
          <a:xfrm>
            <a:off x="7644713" y="485208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D370DD0-A84A-6189-61F1-27C989004E96}"/>
              </a:ext>
            </a:extLst>
          </p:cNvPr>
          <p:cNvSpPr/>
          <p:nvPr/>
        </p:nvSpPr>
        <p:spPr>
          <a:xfrm>
            <a:off x="5769578" y="4860319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A409CC9-871F-6E5C-FA05-5B2B0FB33078}"/>
              </a:ext>
            </a:extLst>
          </p:cNvPr>
          <p:cNvSpPr/>
          <p:nvPr/>
        </p:nvSpPr>
        <p:spPr>
          <a:xfrm>
            <a:off x="6439931" y="4856201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EB443FE-D01F-2FB0-06FC-583181E8F42D}"/>
              </a:ext>
            </a:extLst>
          </p:cNvPr>
          <p:cNvSpPr/>
          <p:nvPr/>
        </p:nvSpPr>
        <p:spPr>
          <a:xfrm>
            <a:off x="4566853" y="4852082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27573EF-9EAC-6179-E284-DF778EC0FF47}"/>
              </a:ext>
            </a:extLst>
          </p:cNvPr>
          <p:cNvSpPr/>
          <p:nvPr/>
        </p:nvSpPr>
        <p:spPr>
          <a:xfrm>
            <a:off x="5159977" y="4860319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2EDA26E-C781-3B1B-2C07-CB8E86FE5435}"/>
              </a:ext>
            </a:extLst>
          </p:cNvPr>
          <p:cNvSpPr txBox="1"/>
          <p:nvPr/>
        </p:nvSpPr>
        <p:spPr>
          <a:xfrm>
            <a:off x="470372" y="1908434"/>
            <a:ext cx="2042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SWAP WORD BYTE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5C2FF3E-F226-3849-B533-5D13DBA7DE0A}"/>
              </a:ext>
            </a:extLst>
          </p:cNvPr>
          <p:cNvSpPr txBox="1"/>
          <p:nvPr/>
        </p:nvSpPr>
        <p:spPr>
          <a:xfrm>
            <a:off x="781567" y="4764900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Sunspec</a:t>
            </a:r>
            <a:r>
              <a:rPr lang="it-IT" dirty="0"/>
              <a:t>/MSB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D3C8BD3-807A-FE22-CFFE-6FAE58F2AD65}"/>
              </a:ext>
            </a:extLst>
          </p:cNvPr>
          <p:cNvSpPr txBox="1"/>
          <p:nvPr/>
        </p:nvSpPr>
        <p:spPr>
          <a:xfrm>
            <a:off x="821974" y="575275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LSB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39CF1F36-C4A6-370D-C10B-D22C1646001D}"/>
              </a:ext>
            </a:extLst>
          </p:cNvPr>
          <p:cNvSpPr/>
          <p:nvPr/>
        </p:nvSpPr>
        <p:spPr>
          <a:xfrm>
            <a:off x="3315562" y="573147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F93122-751F-6F28-5E7B-A0FA0FC11EDD}"/>
              </a:ext>
            </a:extLst>
          </p:cNvPr>
          <p:cNvSpPr/>
          <p:nvPr/>
        </p:nvSpPr>
        <p:spPr>
          <a:xfrm>
            <a:off x="3931506" y="573147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0D37265-B836-BFC6-FC89-0358013FB9AC}"/>
              </a:ext>
            </a:extLst>
          </p:cNvPr>
          <p:cNvSpPr/>
          <p:nvPr/>
        </p:nvSpPr>
        <p:spPr>
          <a:xfrm>
            <a:off x="7057765" y="573147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1186E79A-B49C-FE9E-E25F-90D5BBA47E3B}"/>
              </a:ext>
            </a:extLst>
          </p:cNvPr>
          <p:cNvSpPr/>
          <p:nvPr/>
        </p:nvSpPr>
        <p:spPr>
          <a:xfrm>
            <a:off x="7671485" y="573147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F73AD8B9-1EEE-0CA0-985E-5FAA018E9F55}"/>
              </a:ext>
            </a:extLst>
          </p:cNvPr>
          <p:cNvSpPr/>
          <p:nvPr/>
        </p:nvSpPr>
        <p:spPr>
          <a:xfrm>
            <a:off x="5159977" y="5739710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B3BD1241-EC19-2708-7619-CB785EB00497}"/>
              </a:ext>
            </a:extLst>
          </p:cNvPr>
          <p:cNvSpPr/>
          <p:nvPr/>
        </p:nvSpPr>
        <p:spPr>
          <a:xfrm>
            <a:off x="4546254" y="5739710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0C59FF26-DE68-2528-7E2D-C25BD5C81BDC}"/>
              </a:ext>
            </a:extLst>
          </p:cNvPr>
          <p:cNvSpPr/>
          <p:nvPr/>
        </p:nvSpPr>
        <p:spPr>
          <a:xfrm>
            <a:off x="6437873" y="5731473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B14AD1C8-41B2-DCCE-BC6A-EC8B59F5B30B}"/>
              </a:ext>
            </a:extLst>
          </p:cNvPr>
          <p:cNvSpPr/>
          <p:nvPr/>
        </p:nvSpPr>
        <p:spPr>
          <a:xfrm>
            <a:off x="5829294" y="5739710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0D718CF-5CD4-DC55-584A-EE81AD838A06}"/>
              </a:ext>
            </a:extLst>
          </p:cNvPr>
          <p:cNvSpPr/>
          <p:nvPr/>
        </p:nvSpPr>
        <p:spPr>
          <a:xfrm>
            <a:off x="2758645" y="1869984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1917A147-7CAE-C376-5DF5-B3C0341728EB}"/>
              </a:ext>
            </a:extLst>
          </p:cNvPr>
          <p:cNvSpPr/>
          <p:nvPr/>
        </p:nvSpPr>
        <p:spPr>
          <a:xfrm>
            <a:off x="3428998" y="1865866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CF52853-1843-5D52-3A52-A0BCBEA8ECD0}"/>
              </a:ext>
            </a:extLst>
          </p:cNvPr>
          <p:cNvSpPr txBox="1"/>
          <p:nvPr/>
        </p:nvSpPr>
        <p:spPr>
          <a:xfrm>
            <a:off x="821974" y="407430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oggi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88C4D00-FA3C-E7F4-D0BB-1E4BD37D08C9}"/>
              </a:ext>
            </a:extLst>
          </p:cNvPr>
          <p:cNvSpPr txBox="1"/>
          <p:nvPr/>
        </p:nvSpPr>
        <p:spPr>
          <a:xfrm>
            <a:off x="470372" y="2674894"/>
            <a:ext cx="150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SWAP WORD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14EB9C13-837B-2D66-5E05-2BE444B32FE4}"/>
              </a:ext>
            </a:extLst>
          </p:cNvPr>
          <p:cNvSpPr/>
          <p:nvPr/>
        </p:nvSpPr>
        <p:spPr>
          <a:xfrm>
            <a:off x="4818107" y="2553724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41C638DB-A317-158B-73CF-07F8F8C79570}"/>
              </a:ext>
            </a:extLst>
          </p:cNvPr>
          <p:cNvSpPr/>
          <p:nvPr/>
        </p:nvSpPr>
        <p:spPr>
          <a:xfrm>
            <a:off x="4175556" y="255372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DBE23F78-E4FE-8861-40A5-BFD0F7B1F8F2}"/>
              </a:ext>
            </a:extLst>
          </p:cNvPr>
          <p:cNvSpPr/>
          <p:nvPr/>
        </p:nvSpPr>
        <p:spPr>
          <a:xfrm>
            <a:off x="3391930" y="254754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ED1EF59B-AE28-2503-1BCE-8892ED78CAA7}"/>
              </a:ext>
            </a:extLst>
          </p:cNvPr>
          <p:cNvSpPr/>
          <p:nvPr/>
        </p:nvSpPr>
        <p:spPr>
          <a:xfrm>
            <a:off x="2720546" y="2547548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C417B8B2-E7A2-C824-5BAC-AA0A003C23E7}"/>
              </a:ext>
            </a:extLst>
          </p:cNvPr>
          <p:cNvSpPr/>
          <p:nvPr/>
        </p:nvSpPr>
        <p:spPr>
          <a:xfrm>
            <a:off x="2599490" y="3905814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72803918-BF5D-DD88-7971-3643B3452F4D}"/>
              </a:ext>
            </a:extLst>
          </p:cNvPr>
          <p:cNvSpPr/>
          <p:nvPr/>
        </p:nvSpPr>
        <p:spPr>
          <a:xfrm>
            <a:off x="2727958" y="4849036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8DE91452-4405-BBEF-7B3E-F45435A57782}"/>
              </a:ext>
            </a:extLst>
          </p:cNvPr>
          <p:cNvSpPr/>
          <p:nvPr/>
        </p:nvSpPr>
        <p:spPr>
          <a:xfrm>
            <a:off x="2754730" y="572842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713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892D0-A9BC-FAE7-CA78-00CC2989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1015F4F-C246-5BA9-CF16-73B1DDA2CC35}"/>
              </a:ext>
            </a:extLst>
          </p:cNvPr>
          <p:cNvSpPr/>
          <p:nvPr/>
        </p:nvSpPr>
        <p:spPr>
          <a:xfrm>
            <a:off x="4719255" y="650786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268A9A4-659B-D4FA-1495-1E2283496E96}"/>
              </a:ext>
            </a:extLst>
          </p:cNvPr>
          <p:cNvSpPr/>
          <p:nvPr/>
        </p:nvSpPr>
        <p:spPr>
          <a:xfrm>
            <a:off x="4047871" y="6507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E6815D2-0F82-DCB5-7423-903B8A7571B5}"/>
              </a:ext>
            </a:extLst>
          </p:cNvPr>
          <p:cNvSpPr/>
          <p:nvPr/>
        </p:nvSpPr>
        <p:spPr>
          <a:xfrm>
            <a:off x="3347654" y="65078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B7117C3-FB28-9EC5-ACB8-06311D35699D}"/>
              </a:ext>
            </a:extLst>
          </p:cNvPr>
          <p:cNvSpPr/>
          <p:nvPr/>
        </p:nvSpPr>
        <p:spPr>
          <a:xfrm>
            <a:off x="2705103" y="650788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CB37285-D397-0567-3A8E-C4F3296D50BF}"/>
              </a:ext>
            </a:extLst>
          </p:cNvPr>
          <p:cNvSpPr/>
          <p:nvPr/>
        </p:nvSpPr>
        <p:spPr>
          <a:xfrm>
            <a:off x="2986067" y="231780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66FF516-316D-BDA8-4E53-7983CE5C0A27}"/>
              </a:ext>
            </a:extLst>
          </p:cNvPr>
          <p:cNvSpPr/>
          <p:nvPr/>
        </p:nvSpPr>
        <p:spPr>
          <a:xfrm>
            <a:off x="3529378" y="231780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0E449D1-D731-A18F-EBFA-A83830FD2F33}"/>
              </a:ext>
            </a:extLst>
          </p:cNvPr>
          <p:cNvSpPr/>
          <p:nvPr/>
        </p:nvSpPr>
        <p:spPr>
          <a:xfrm>
            <a:off x="9094037" y="228553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3EFFBEF-5D84-D4A0-E512-C0A935849A2C}"/>
              </a:ext>
            </a:extLst>
          </p:cNvPr>
          <p:cNvSpPr/>
          <p:nvPr/>
        </p:nvSpPr>
        <p:spPr>
          <a:xfrm>
            <a:off x="9777778" y="228553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6205AE9-9C93-0162-E4DF-72FDAB382D42}"/>
              </a:ext>
            </a:extLst>
          </p:cNvPr>
          <p:cNvSpPr txBox="1"/>
          <p:nvPr/>
        </p:nvSpPr>
        <p:spPr>
          <a:xfrm>
            <a:off x="519606" y="624699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45AF85A-6AEF-54E3-A8E6-E45DB1F86CB0}"/>
              </a:ext>
            </a:extLst>
          </p:cNvPr>
          <p:cNvSpPr/>
          <p:nvPr/>
        </p:nvSpPr>
        <p:spPr>
          <a:xfrm>
            <a:off x="4178109" y="2321922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64779199-5348-823A-9173-E99DCD69D1FF}"/>
              </a:ext>
            </a:extLst>
          </p:cNvPr>
          <p:cNvSpPr/>
          <p:nvPr/>
        </p:nvSpPr>
        <p:spPr>
          <a:xfrm>
            <a:off x="4848462" y="231780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E9AAC71-70BC-F607-81DC-9CC99EF11A09}"/>
              </a:ext>
            </a:extLst>
          </p:cNvPr>
          <p:cNvSpPr/>
          <p:nvPr/>
        </p:nvSpPr>
        <p:spPr>
          <a:xfrm>
            <a:off x="7830560" y="230956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BC6DD846-DE06-C589-1469-1388C4E6558C}"/>
              </a:ext>
            </a:extLst>
          </p:cNvPr>
          <p:cNvSpPr/>
          <p:nvPr/>
        </p:nvSpPr>
        <p:spPr>
          <a:xfrm>
            <a:off x="6120565" y="2317802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22288A2-163D-AD6D-0AD8-0D6B4E2350D0}"/>
              </a:ext>
            </a:extLst>
          </p:cNvPr>
          <p:cNvSpPr/>
          <p:nvPr/>
        </p:nvSpPr>
        <p:spPr>
          <a:xfrm>
            <a:off x="2967598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6AADC6E-097C-66DD-63A0-2CE744442F1D}"/>
              </a:ext>
            </a:extLst>
          </p:cNvPr>
          <p:cNvSpPr/>
          <p:nvPr/>
        </p:nvSpPr>
        <p:spPr>
          <a:xfrm>
            <a:off x="3549729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6729DFE-5816-4177-E0E7-60A035D63960}"/>
              </a:ext>
            </a:extLst>
          </p:cNvPr>
          <p:cNvSpPr/>
          <p:nvPr/>
        </p:nvSpPr>
        <p:spPr>
          <a:xfrm>
            <a:off x="9189014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6893F7C-3227-876E-537C-53938D79DF64}"/>
              </a:ext>
            </a:extLst>
          </p:cNvPr>
          <p:cNvSpPr/>
          <p:nvPr/>
        </p:nvSpPr>
        <p:spPr>
          <a:xfrm>
            <a:off x="9777778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09C944D-6EDD-9C03-2EA2-12C1D3DB5BF4}"/>
              </a:ext>
            </a:extLst>
          </p:cNvPr>
          <p:cNvSpPr txBox="1"/>
          <p:nvPr/>
        </p:nvSpPr>
        <p:spPr>
          <a:xfrm>
            <a:off x="205495" y="3301860"/>
            <a:ext cx="235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Sunspec</a:t>
            </a:r>
            <a:endParaRPr lang="it-IT" dirty="0"/>
          </a:p>
          <a:p>
            <a:r>
              <a:rPr lang="it-IT" dirty="0"/>
              <a:t>MSB-LSB + MSW-LSW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531BFDC-2762-4E89-2CEE-3E81061962B6}"/>
              </a:ext>
            </a:extLst>
          </p:cNvPr>
          <p:cNvSpPr txBox="1"/>
          <p:nvPr/>
        </p:nvSpPr>
        <p:spPr>
          <a:xfrm>
            <a:off x="125293" y="4169790"/>
            <a:ext cx="23589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LSB-MSB + LSW-MSW</a:t>
            </a:r>
          </a:p>
          <a:p>
            <a:r>
              <a:rPr lang="it-IT" sz="1100" dirty="0"/>
              <a:t>(potrebbe servire in futuro)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6A1F7AC-228C-6382-5F10-8B228BA972A9}"/>
              </a:ext>
            </a:extLst>
          </p:cNvPr>
          <p:cNvSpPr/>
          <p:nvPr/>
        </p:nvSpPr>
        <p:spPr>
          <a:xfrm>
            <a:off x="2986067" y="414041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D4EA2C5-8808-964E-414E-8B7C0D3905AC}"/>
              </a:ext>
            </a:extLst>
          </p:cNvPr>
          <p:cNvSpPr/>
          <p:nvPr/>
        </p:nvSpPr>
        <p:spPr>
          <a:xfrm>
            <a:off x="3579065" y="414865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280FDC2-156C-83FA-BC63-15762EF1BD42}"/>
              </a:ext>
            </a:extLst>
          </p:cNvPr>
          <p:cNvSpPr/>
          <p:nvPr/>
        </p:nvSpPr>
        <p:spPr>
          <a:xfrm>
            <a:off x="9509792" y="412187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CD0D4357-BA26-6314-95A1-355B0EA42B9B}"/>
              </a:ext>
            </a:extLst>
          </p:cNvPr>
          <p:cNvSpPr/>
          <p:nvPr/>
        </p:nvSpPr>
        <p:spPr>
          <a:xfrm>
            <a:off x="10238842" y="414041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70BF4A0-D69C-65E1-736B-51BB8EFD0D68}"/>
              </a:ext>
            </a:extLst>
          </p:cNvPr>
          <p:cNvSpPr txBox="1"/>
          <p:nvPr/>
        </p:nvSpPr>
        <p:spPr>
          <a:xfrm>
            <a:off x="239174" y="231780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oggi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E5EFFEE-0B97-11BF-DF6C-45C79BB3AC5B}"/>
              </a:ext>
            </a:extLst>
          </p:cNvPr>
          <p:cNvSpPr/>
          <p:nvPr/>
        </p:nvSpPr>
        <p:spPr>
          <a:xfrm>
            <a:off x="7420231" y="65078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3AE109C4-D14B-7027-E80A-1BFDBE08F246}"/>
              </a:ext>
            </a:extLst>
          </p:cNvPr>
          <p:cNvSpPr/>
          <p:nvPr/>
        </p:nvSpPr>
        <p:spPr>
          <a:xfrm>
            <a:off x="6748847" y="650787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E601AA20-6BA0-3F10-0D85-DE78241E15D6}"/>
              </a:ext>
            </a:extLst>
          </p:cNvPr>
          <p:cNvSpPr/>
          <p:nvPr/>
        </p:nvSpPr>
        <p:spPr>
          <a:xfrm>
            <a:off x="6048630" y="650788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2DCCE63F-D0BA-7AFC-2946-5F7B72144EC8}"/>
              </a:ext>
            </a:extLst>
          </p:cNvPr>
          <p:cNvSpPr/>
          <p:nvPr/>
        </p:nvSpPr>
        <p:spPr>
          <a:xfrm>
            <a:off x="5406079" y="650788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D3D0FBDA-D429-A828-3752-AE9254215CB0}"/>
              </a:ext>
            </a:extLst>
          </p:cNvPr>
          <p:cNvSpPr/>
          <p:nvPr/>
        </p:nvSpPr>
        <p:spPr>
          <a:xfrm>
            <a:off x="8462296" y="2317803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A4F9574E-1042-9EB1-805E-BC42DBA8ACE1}"/>
              </a:ext>
            </a:extLst>
          </p:cNvPr>
          <p:cNvSpPr/>
          <p:nvPr/>
        </p:nvSpPr>
        <p:spPr>
          <a:xfrm>
            <a:off x="6679321" y="2321929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BB19C7EC-3360-A335-E2F4-9B102D5FA1AE}"/>
              </a:ext>
            </a:extLst>
          </p:cNvPr>
          <p:cNvSpPr/>
          <p:nvPr/>
        </p:nvSpPr>
        <p:spPr>
          <a:xfrm>
            <a:off x="7263436" y="2317803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ACB08631-6E60-ED9E-BC55-AF978DCA0150}"/>
              </a:ext>
            </a:extLst>
          </p:cNvPr>
          <p:cNvSpPr/>
          <p:nvPr/>
        </p:nvSpPr>
        <p:spPr>
          <a:xfrm>
            <a:off x="5471834" y="2297888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F0394C8D-76FE-43E0-95FE-420BAF894F28}"/>
              </a:ext>
            </a:extLst>
          </p:cNvPr>
          <p:cNvSpPr/>
          <p:nvPr/>
        </p:nvSpPr>
        <p:spPr>
          <a:xfrm>
            <a:off x="6166265" y="4144535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F2E8AF9-CF95-F5FC-1A60-3F0706257E3D}"/>
              </a:ext>
            </a:extLst>
          </p:cNvPr>
          <p:cNvSpPr/>
          <p:nvPr/>
        </p:nvSpPr>
        <p:spPr>
          <a:xfrm>
            <a:off x="5494881" y="4144536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3300B712-EA1C-E608-2456-5335AEB619FB}"/>
              </a:ext>
            </a:extLst>
          </p:cNvPr>
          <p:cNvSpPr/>
          <p:nvPr/>
        </p:nvSpPr>
        <p:spPr>
          <a:xfrm>
            <a:off x="4794664" y="4144537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3C54BFE3-5424-198A-4772-473236A1E99F}"/>
              </a:ext>
            </a:extLst>
          </p:cNvPr>
          <p:cNvSpPr/>
          <p:nvPr/>
        </p:nvSpPr>
        <p:spPr>
          <a:xfrm>
            <a:off x="4152113" y="4144537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3DD32AED-CB6E-9E2B-BD67-B4EBDD56DD13}"/>
              </a:ext>
            </a:extLst>
          </p:cNvPr>
          <p:cNvSpPr/>
          <p:nvPr/>
        </p:nvSpPr>
        <p:spPr>
          <a:xfrm>
            <a:off x="8842783" y="4144535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275F173C-3197-13D6-A296-98A748035EDF}"/>
              </a:ext>
            </a:extLst>
          </p:cNvPr>
          <p:cNvSpPr/>
          <p:nvPr/>
        </p:nvSpPr>
        <p:spPr>
          <a:xfrm>
            <a:off x="8195857" y="4144536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D629C6D1-3C09-1732-3B16-0F6BF050793B}"/>
              </a:ext>
            </a:extLst>
          </p:cNvPr>
          <p:cNvSpPr/>
          <p:nvPr/>
        </p:nvSpPr>
        <p:spPr>
          <a:xfrm>
            <a:off x="7495640" y="4144537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BB07EE57-3E88-FAB1-0F73-029E6048A8DD}"/>
              </a:ext>
            </a:extLst>
          </p:cNvPr>
          <p:cNvSpPr/>
          <p:nvPr/>
        </p:nvSpPr>
        <p:spPr>
          <a:xfrm>
            <a:off x="6853089" y="4144537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EB05CA4A-674E-86B4-9276-EA7155125E9D}"/>
              </a:ext>
            </a:extLst>
          </p:cNvPr>
          <p:cNvSpPr/>
          <p:nvPr/>
        </p:nvSpPr>
        <p:spPr>
          <a:xfrm>
            <a:off x="4152113" y="3290764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523B570-9787-165E-15CC-92EBD3684B27}"/>
              </a:ext>
            </a:extLst>
          </p:cNvPr>
          <p:cNvSpPr/>
          <p:nvPr/>
        </p:nvSpPr>
        <p:spPr>
          <a:xfrm>
            <a:off x="4794664" y="3290763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6EBE4B-7355-976B-AFCD-0EB28A1B3C24}"/>
              </a:ext>
            </a:extLst>
          </p:cNvPr>
          <p:cNvSpPr/>
          <p:nvPr/>
        </p:nvSpPr>
        <p:spPr>
          <a:xfrm>
            <a:off x="5442861" y="3290762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084A6AB-3981-7B4B-A273-86E0CF9B0281}"/>
              </a:ext>
            </a:extLst>
          </p:cNvPr>
          <p:cNvSpPr/>
          <p:nvPr/>
        </p:nvSpPr>
        <p:spPr>
          <a:xfrm>
            <a:off x="6127298" y="3294549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EADDC2A-46CD-A780-A687-B1DAF77AE71C}"/>
              </a:ext>
            </a:extLst>
          </p:cNvPr>
          <p:cNvSpPr/>
          <p:nvPr/>
        </p:nvSpPr>
        <p:spPr>
          <a:xfrm>
            <a:off x="6792351" y="3298586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4BB7E2E-1683-5A7D-0D8D-A7A8DD45A985}"/>
              </a:ext>
            </a:extLst>
          </p:cNvPr>
          <p:cNvSpPr/>
          <p:nvPr/>
        </p:nvSpPr>
        <p:spPr>
          <a:xfrm>
            <a:off x="7458556" y="3305065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F57ECFA-B4B4-BD3E-0081-E10D7E10C7ED}"/>
              </a:ext>
            </a:extLst>
          </p:cNvPr>
          <p:cNvSpPr/>
          <p:nvPr/>
        </p:nvSpPr>
        <p:spPr>
          <a:xfrm>
            <a:off x="8058468" y="3290761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7BCA520-B390-96B8-6B98-90A33EDD507A}"/>
              </a:ext>
            </a:extLst>
          </p:cNvPr>
          <p:cNvSpPr/>
          <p:nvPr/>
        </p:nvSpPr>
        <p:spPr>
          <a:xfrm>
            <a:off x="8618474" y="3290760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C288B73-5B51-816C-24E3-1776D9BF14A1}"/>
              </a:ext>
            </a:extLst>
          </p:cNvPr>
          <p:cNvSpPr txBox="1"/>
          <p:nvPr/>
        </p:nvSpPr>
        <p:spPr>
          <a:xfrm>
            <a:off x="511162" y="1599619"/>
            <a:ext cx="261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Risposte </a:t>
            </a:r>
            <a:r>
              <a:rPr lang="it-IT" b="1" dirty="0" err="1"/>
              <a:t>Modbus</a:t>
            </a:r>
            <a:r>
              <a:rPr lang="it-IT" b="1" dirty="0"/>
              <a:t>: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CC7ABA33-311F-6B45-765E-BBF28D7073D2}"/>
              </a:ext>
            </a:extLst>
          </p:cNvPr>
          <p:cNvSpPr/>
          <p:nvPr/>
        </p:nvSpPr>
        <p:spPr>
          <a:xfrm>
            <a:off x="2434364" y="231525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6801D167-EEB8-7489-3241-385B0E1346AE}"/>
              </a:ext>
            </a:extLst>
          </p:cNvPr>
          <p:cNvSpPr/>
          <p:nvPr/>
        </p:nvSpPr>
        <p:spPr>
          <a:xfrm>
            <a:off x="2398433" y="327131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E386B48B-ACED-ADCB-4CB5-B27940CD72AB}"/>
              </a:ext>
            </a:extLst>
          </p:cNvPr>
          <p:cNvSpPr/>
          <p:nvPr/>
        </p:nvSpPr>
        <p:spPr>
          <a:xfrm>
            <a:off x="2413969" y="413278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AF1E36B-23B6-3007-4C47-0DA6743EC590}"/>
              </a:ext>
            </a:extLst>
          </p:cNvPr>
          <p:cNvSpPr txBox="1"/>
          <p:nvPr/>
        </p:nvSpPr>
        <p:spPr>
          <a:xfrm>
            <a:off x="519606" y="5248656"/>
            <a:ext cx="3750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oggi (Gavazzi):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MSB – LSB </a:t>
            </a:r>
            <a:r>
              <a:rPr lang="it-IT" dirty="0"/>
              <a:t>nella singola </a:t>
            </a:r>
            <a:r>
              <a:rPr lang="it-IT" b="1" dirty="0"/>
              <a:t>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LSW - MSW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A12D2F6-7184-03EF-DF5D-1F59034516E0}"/>
              </a:ext>
            </a:extLst>
          </p:cNvPr>
          <p:cNvSpPr txBox="1"/>
          <p:nvPr/>
        </p:nvSpPr>
        <p:spPr>
          <a:xfrm>
            <a:off x="4283931" y="5283882"/>
            <a:ext cx="3750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SunSpec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MSB – LSB </a:t>
            </a:r>
            <a:r>
              <a:rPr lang="it-IT" dirty="0"/>
              <a:t>nella singola </a:t>
            </a:r>
            <a:r>
              <a:rPr lang="it-IT" b="1" dirty="0"/>
              <a:t>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MSW - LSW</a:t>
            </a:r>
          </a:p>
        </p:txBody>
      </p:sp>
    </p:spTree>
    <p:extLst>
      <p:ext uri="{BB962C8B-B14F-4D97-AF65-F5344CB8AC3E}">
        <p14:creationId xmlns:p14="http://schemas.microsoft.com/office/powerpoint/2010/main" val="363396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1F300-DBC5-A6A6-A6F1-3AE39F29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0CEC0FC-E5EF-0DAC-F994-0743067187D4}"/>
              </a:ext>
            </a:extLst>
          </p:cNvPr>
          <p:cNvSpPr/>
          <p:nvPr/>
        </p:nvSpPr>
        <p:spPr>
          <a:xfrm>
            <a:off x="4719255" y="650786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91D9680-8F25-7FB1-19D8-742A7C298C62}"/>
              </a:ext>
            </a:extLst>
          </p:cNvPr>
          <p:cNvSpPr/>
          <p:nvPr/>
        </p:nvSpPr>
        <p:spPr>
          <a:xfrm>
            <a:off x="4047871" y="650787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B8431C0-CE04-DA46-A523-B03E9D6A5274}"/>
              </a:ext>
            </a:extLst>
          </p:cNvPr>
          <p:cNvSpPr/>
          <p:nvPr/>
        </p:nvSpPr>
        <p:spPr>
          <a:xfrm>
            <a:off x="3347654" y="650788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0982DFE-8D33-49E4-595A-08B4A9F4ABFE}"/>
              </a:ext>
            </a:extLst>
          </p:cNvPr>
          <p:cNvSpPr/>
          <p:nvPr/>
        </p:nvSpPr>
        <p:spPr>
          <a:xfrm>
            <a:off x="2705103" y="650788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C826D18-5044-52CA-A3AB-A2093FE2602F}"/>
              </a:ext>
            </a:extLst>
          </p:cNvPr>
          <p:cNvSpPr/>
          <p:nvPr/>
        </p:nvSpPr>
        <p:spPr>
          <a:xfrm>
            <a:off x="2986067" y="2317802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ABD80C9-5499-71B6-2B39-39E888AE2319}"/>
              </a:ext>
            </a:extLst>
          </p:cNvPr>
          <p:cNvSpPr/>
          <p:nvPr/>
        </p:nvSpPr>
        <p:spPr>
          <a:xfrm>
            <a:off x="3529378" y="231780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F52784F8-7B0C-891A-E960-FAB111E2578A}"/>
              </a:ext>
            </a:extLst>
          </p:cNvPr>
          <p:cNvSpPr/>
          <p:nvPr/>
        </p:nvSpPr>
        <p:spPr>
          <a:xfrm>
            <a:off x="9094037" y="228553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36C2D2E-9603-07DA-9A31-C1445116AAA0}"/>
              </a:ext>
            </a:extLst>
          </p:cNvPr>
          <p:cNvSpPr/>
          <p:nvPr/>
        </p:nvSpPr>
        <p:spPr>
          <a:xfrm>
            <a:off x="9777778" y="228553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8F74601-9EA8-0D56-68D9-1A9B68947487}"/>
              </a:ext>
            </a:extLst>
          </p:cNvPr>
          <p:cNvSpPr txBox="1"/>
          <p:nvPr/>
        </p:nvSpPr>
        <p:spPr>
          <a:xfrm>
            <a:off x="519606" y="624699"/>
            <a:ext cx="1635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0x2009FF4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9E9EA887-5688-ED76-A4E3-30C124EF13C2}"/>
              </a:ext>
            </a:extLst>
          </p:cNvPr>
          <p:cNvSpPr/>
          <p:nvPr/>
        </p:nvSpPr>
        <p:spPr>
          <a:xfrm>
            <a:off x="4178109" y="2321922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0E08466-4EE4-4480-7C85-F2E3A108D7AC}"/>
              </a:ext>
            </a:extLst>
          </p:cNvPr>
          <p:cNvSpPr/>
          <p:nvPr/>
        </p:nvSpPr>
        <p:spPr>
          <a:xfrm>
            <a:off x="4848462" y="2317804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7A5F502E-59EA-7D99-5D32-65AB275579A1}"/>
              </a:ext>
            </a:extLst>
          </p:cNvPr>
          <p:cNvSpPr/>
          <p:nvPr/>
        </p:nvSpPr>
        <p:spPr>
          <a:xfrm>
            <a:off x="7830560" y="2309567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D740B65-C0B1-C5FE-0D94-E67F0CFF0604}"/>
              </a:ext>
            </a:extLst>
          </p:cNvPr>
          <p:cNvSpPr/>
          <p:nvPr/>
        </p:nvSpPr>
        <p:spPr>
          <a:xfrm>
            <a:off x="6120565" y="2317802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9833246-04A8-81C5-331D-B8250D2712DE}"/>
              </a:ext>
            </a:extLst>
          </p:cNvPr>
          <p:cNvSpPr/>
          <p:nvPr/>
        </p:nvSpPr>
        <p:spPr>
          <a:xfrm>
            <a:off x="2967598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0D0FC72-AB52-86CC-0D69-C665B056B801}"/>
              </a:ext>
            </a:extLst>
          </p:cNvPr>
          <p:cNvSpPr/>
          <p:nvPr/>
        </p:nvSpPr>
        <p:spPr>
          <a:xfrm>
            <a:off x="3549729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5DCAB6C-901F-7AB0-099F-875B776D5CA7}"/>
              </a:ext>
            </a:extLst>
          </p:cNvPr>
          <p:cNvSpPr/>
          <p:nvPr/>
        </p:nvSpPr>
        <p:spPr>
          <a:xfrm>
            <a:off x="9189014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B922DCC-A4CB-6EA3-E060-963F6450C5B1}"/>
              </a:ext>
            </a:extLst>
          </p:cNvPr>
          <p:cNvSpPr/>
          <p:nvPr/>
        </p:nvSpPr>
        <p:spPr>
          <a:xfrm>
            <a:off x="9777778" y="326926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27ED9A5-B351-7EFD-5B62-FC89B595A61A}"/>
              </a:ext>
            </a:extLst>
          </p:cNvPr>
          <p:cNvSpPr txBox="1"/>
          <p:nvPr/>
        </p:nvSpPr>
        <p:spPr>
          <a:xfrm>
            <a:off x="205495" y="3301860"/>
            <a:ext cx="235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Sunspec</a:t>
            </a:r>
            <a:endParaRPr lang="it-IT" dirty="0"/>
          </a:p>
          <a:p>
            <a:r>
              <a:rPr lang="it-IT" dirty="0"/>
              <a:t>MSB-LSB + MSW-LSW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C50311E-9893-CEEA-873A-066283924D3F}"/>
              </a:ext>
            </a:extLst>
          </p:cNvPr>
          <p:cNvSpPr txBox="1"/>
          <p:nvPr/>
        </p:nvSpPr>
        <p:spPr>
          <a:xfrm>
            <a:off x="125293" y="4169790"/>
            <a:ext cx="23589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LSB-MSB + LSW-MSW</a:t>
            </a:r>
          </a:p>
          <a:p>
            <a:r>
              <a:rPr lang="it-IT" sz="1100" dirty="0"/>
              <a:t>(potrebbe servire in futuro)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AE088B6-4B6B-08B7-1AA7-61B73ADE85C8}"/>
              </a:ext>
            </a:extLst>
          </p:cNvPr>
          <p:cNvSpPr/>
          <p:nvPr/>
        </p:nvSpPr>
        <p:spPr>
          <a:xfrm>
            <a:off x="2986067" y="414041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DAA0998F-E179-70E9-26B9-FA3CF7F4D1AE}"/>
              </a:ext>
            </a:extLst>
          </p:cNvPr>
          <p:cNvSpPr/>
          <p:nvPr/>
        </p:nvSpPr>
        <p:spPr>
          <a:xfrm>
            <a:off x="3579065" y="414865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AF00646-38E1-03DA-B19A-43D99E5197D2}"/>
              </a:ext>
            </a:extLst>
          </p:cNvPr>
          <p:cNvSpPr/>
          <p:nvPr/>
        </p:nvSpPr>
        <p:spPr>
          <a:xfrm>
            <a:off x="9509792" y="4121877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D2390DB3-54C5-EFEE-5CA3-18D77190BFC0}"/>
              </a:ext>
            </a:extLst>
          </p:cNvPr>
          <p:cNvSpPr/>
          <p:nvPr/>
        </p:nvSpPr>
        <p:spPr>
          <a:xfrm>
            <a:off x="10238842" y="4140418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4EB3784-4124-1820-BB4A-BA222C1E2C31}"/>
              </a:ext>
            </a:extLst>
          </p:cNvPr>
          <p:cNvSpPr txBox="1"/>
          <p:nvPr/>
        </p:nvSpPr>
        <p:spPr>
          <a:xfrm>
            <a:off x="239174" y="2317802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oggi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0CED586-4F63-6925-4030-F32881169E97}"/>
              </a:ext>
            </a:extLst>
          </p:cNvPr>
          <p:cNvSpPr/>
          <p:nvPr/>
        </p:nvSpPr>
        <p:spPr>
          <a:xfrm>
            <a:off x="7420231" y="650786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86761954-1C07-7CAA-C5EC-5B73B139DDF3}"/>
              </a:ext>
            </a:extLst>
          </p:cNvPr>
          <p:cNvSpPr/>
          <p:nvPr/>
        </p:nvSpPr>
        <p:spPr>
          <a:xfrm>
            <a:off x="6748847" y="650787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A2F18D5D-014D-CB05-8179-027746B9BAA7}"/>
              </a:ext>
            </a:extLst>
          </p:cNvPr>
          <p:cNvSpPr/>
          <p:nvPr/>
        </p:nvSpPr>
        <p:spPr>
          <a:xfrm>
            <a:off x="6048630" y="650788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72BD9650-FE33-38A5-3ECF-E0FDBFF67D4D}"/>
              </a:ext>
            </a:extLst>
          </p:cNvPr>
          <p:cNvSpPr/>
          <p:nvPr/>
        </p:nvSpPr>
        <p:spPr>
          <a:xfrm>
            <a:off x="5406079" y="650788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C4C50AAC-4FF0-F438-CDD7-50F46A8389DB}"/>
              </a:ext>
            </a:extLst>
          </p:cNvPr>
          <p:cNvSpPr/>
          <p:nvPr/>
        </p:nvSpPr>
        <p:spPr>
          <a:xfrm>
            <a:off x="8462296" y="2317803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C37474CE-DE68-60EF-D9B6-561E4C1D6371}"/>
              </a:ext>
            </a:extLst>
          </p:cNvPr>
          <p:cNvSpPr/>
          <p:nvPr/>
        </p:nvSpPr>
        <p:spPr>
          <a:xfrm>
            <a:off x="6679321" y="2321929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188022EF-70CB-2C0D-D06A-5771F4B9D366}"/>
              </a:ext>
            </a:extLst>
          </p:cNvPr>
          <p:cNvSpPr/>
          <p:nvPr/>
        </p:nvSpPr>
        <p:spPr>
          <a:xfrm>
            <a:off x="7263436" y="2317803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BD7BB605-D9F6-1FC7-A063-26EAA9E54701}"/>
              </a:ext>
            </a:extLst>
          </p:cNvPr>
          <p:cNvSpPr/>
          <p:nvPr/>
        </p:nvSpPr>
        <p:spPr>
          <a:xfrm>
            <a:off x="5471834" y="2297888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5817D585-3DBE-8492-DA4D-16A68F7B7E55}"/>
              </a:ext>
            </a:extLst>
          </p:cNvPr>
          <p:cNvSpPr/>
          <p:nvPr/>
        </p:nvSpPr>
        <p:spPr>
          <a:xfrm>
            <a:off x="6166265" y="4144535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A90665EB-9964-0CBD-FB05-0828F5EE718A}"/>
              </a:ext>
            </a:extLst>
          </p:cNvPr>
          <p:cNvSpPr/>
          <p:nvPr/>
        </p:nvSpPr>
        <p:spPr>
          <a:xfrm>
            <a:off x="5494881" y="4144536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5BD7601E-0C93-E2FA-2D35-B925F8CD1279}"/>
              </a:ext>
            </a:extLst>
          </p:cNvPr>
          <p:cNvSpPr/>
          <p:nvPr/>
        </p:nvSpPr>
        <p:spPr>
          <a:xfrm>
            <a:off x="4794664" y="4144537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7D95A7C4-9D44-94DC-DBEF-6792565EB5D5}"/>
              </a:ext>
            </a:extLst>
          </p:cNvPr>
          <p:cNvSpPr/>
          <p:nvPr/>
        </p:nvSpPr>
        <p:spPr>
          <a:xfrm>
            <a:off x="4152113" y="4144537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D7B3EB41-67B3-BD07-7FAF-8D2BEDA9DB6D}"/>
              </a:ext>
            </a:extLst>
          </p:cNvPr>
          <p:cNvSpPr/>
          <p:nvPr/>
        </p:nvSpPr>
        <p:spPr>
          <a:xfrm>
            <a:off x="8842783" y="4144535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F1B0D634-9697-D053-AF5A-0A0A4FCFB96C}"/>
              </a:ext>
            </a:extLst>
          </p:cNvPr>
          <p:cNvSpPr/>
          <p:nvPr/>
        </p:nvSpPr>
        <p:spPr>
          <a:xfrm>
            <a:off x="8195857" y="4144536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BC3187C1-73B6-1443-F07B-8E695A82A01F}"/>
              </a:ext>
            </a:extLst>
          </p:cNvPr>
          <p:cNvSpPr/>
          <p:nvPr/>
        </p:nvSpPr>
        <p:spPr>
          <a:xfrm>
            <a:off x="7495640" y="4144537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73602CDD-9582-5B27-A856-E74365A15CD4}"/>
              </a:ext>
            </a:extLst>
          </p:cNvPr>
          <p:cNvSpPr/>
          <p:nvPr/>
        </p:nvSpPr>
        <p:spPr>
          <a:xfrm>
            <a:off x="6853089" y="4144537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970E894E-9744-2F16-6BCF-F50932C52695}"/>
              </a:ext>
            </a:extLst>
          </p:cNvPr>
          <p:cNvSpPr/>
          <p:nvPr/>
        </p:nvSpPr>
        <p:spPr>
          <a:xfrm>
            <a:off x="4152113" y="3290764"/>
            <a:ext cx="502508" cy="395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AD66518-6952-90D4-907A-C8058B223EE9}"/>
              </a:ext>
            </a:extLst>
          </p:cNvPr>
          <p:cNvSpPr/>
          <p:nvPr/>
        </p:nvSpPr>
        <p:spPr>
          <a:xfrm>
            <a:off x="4794664" y="3290763"/>
            <a:ext cx="502508" cy="39541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FE8E393-AA90-D591-DBFA-95FA645434C8}"/>
              </a:ext>
            </a:extLst>
          </p:cNvPr>
          <p:cNvSpPr/>
          <p:nvPr/>
        </p:nvSpPr>
        <p:spPr>
          <a:xfrm>
            <a:off x="5442861" y="3290762"/>
            <a:ext cx="502508" cy="39541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1C974CA-4540-7541-6FB9-4C7E25CA0DE9}"/>
              </a:ext>
            </a:extLst>
          </p:cNvPr>
          <p:cNvSpPr/>
          <p:nvPr/>
        </p:nvSpPr>
        <p:spPr>
          <a:xfrm>
            <a:off x="6127298" y="3294549"/>
            <a:ext cx="502508" cy="3954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FCBECA7-87B9-9D1C-5718-9B5EF72934A4}"/>
              </a:ext>
            </a:extLst>
          </p:cNvPr>
          <p:cNvSpPr/>
          <p:nvPr/>
        </p:nvSpPr>
        <p:spPr>
          <a:xfrm>
            <a:off x="6792351" y="3298586"/>
            <a:ext cx="502508" cy="39541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94008B8-B494-2E69-92A1-4FFC196E41FE}"/>
              </a:ext>
            </a:extLst>
          </p:cNvPr>
          <p:cNvSpPr/>
          <p:nvPr/>
        </p:nvSpPr>
        <p:spPr>
          <a:xfrm>
            <a:off x="7458556" y="3305065"/>
            <a:ext cx="502508" cy="3954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25540AE-D2EB-F38F-A2C8-275F8F694D6E}"/>
              </a:ext>
            </a:extLst>
          </p:cNvPr>
          <p:cNvSpPr/>
          <p:nvPr/>
        </p:nvSpPr>
        <p:spPr>
          <a:xfrm>
            <a:off x="8058468" y="3290761"/>
            <a:ext cx="502508" cy="39541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1ECB15E-74AE-03B4-9724-084F60AC8377}"/>
              </a:ext>
            </a:extLst>
          </p:cNvPr>
          <p:cNvSpPr/>
          <p:nvPr/>
        </p:nvSpPr>
        <p:spPr>
          <a:xfrm>
            <a:off x="8618474" y="3290760"/>
            <a:ext cx="502508" cy="39541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E28291E3-817A-B289-3880-F2F8EA836625}"/>
              </a:ext>
            </a:extLst>
          </p:cNvPr>
          <p:cNvSpPr txBox="1"/>
          <p:nvPr/>
        </p:nvSpPr>
        <p:spPr>
          <a:xfrm>
            <a:off x="511162" y="1599619"/>
            <a:ext cx="2617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Risposte </a:t>
            </a:r>
            <a:r>
              <a:rPr lang="it-IT" b="1" dirty="0" err="1"/>
              <a:t>Modbus</a:t>
            </a:r>
            <a:r>
              <a:rPr lang="it-IT" b="1" dirty="0"/>
              <a:t>: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776CFD25-BC12-2096-3BEA-15A9049E0A7B}"/>
              </a:ext>
            </a:extLst>
          </p:cNvPr>
          <p:cNvSpPr/>
          <p:nvPr/>
        </p:nvSpPr>
        <p:spPr>
          <a:xfrm>
            <a:off x="2434364" y="231525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13A96CCA-13B5-01A9-2336-B61C9BE57CD8}"/>
              </a:ext>
            </a:extLst>
          </p:cNvPr>
          <p:cNvSpPr/>
          <p:nvPr/>
        </p:nvSpPr>
        <p:spPr>
          <a:xfrm>
            <a:off x="2398433" y="3271315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24A923D6-9F92-EBD2-C7A3-8B068EEF4AF2}"/>
              </a:ext>
            </a:extLst>
          </p:cNvPr>
          <p:cNvSpPr/>
          <p:nvPr/>
        </p:nvSpPr>
        <p:spPr>
          <a:xfrm>
            <a:off x="2413969" y="4132783"/>
            <a:ext cx="502508" cy="39541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7A491AD-308A-F8BA-37E4-F5BB8D364F72}"/>
              </a:ext>
            </a:extLst>
          </p:cNvPr>
          <p:cNvSpPr txBox="1"/>
          <p:nvPr/>
        </p:nvSpPr>
        <p:spPr>
          <a:xfrm>
            <a:off x="519606" y="5157216"/>
            <a:ext cx="9760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SunSpec</a:t>
            </a:r>
            <a:r>
              <a:rPr lang="it-IT" b="1" dirty="0"/>
              <a:t>:</a:t>
            </a:r>
            <a:r>
              <a:rPr lang="it-IT" dirty="0"/>
              <a:t> partendo dalla risposta che si ottiene </a:t>
            </a:r>
            <a:r>
              <a:rPr lang="it-IT" b="1" dirty="0"/>
              <a:t>oggi</a:t>
            </a:r>
            <a:r>
              <a:rPr lang="it-IT" dirty="0"/>
              <a:t>, si può fare prima uno swap dei byte all’interno di ogni word e poi un ribaltamento completo del buffer (ossia da LSW – MSW ad MSW – LSW). Si potrebbe modificare facendo solamente lo swap delle word, ossia da LSW – MSW passare ad MSW – LSW.</a:t>
            </a:r>
          </a:p>
          <a:p>
            <a:r>
              <a:rPr lang="it-IT" b="1" dirty="0"/>
              <a:t>LSB + LSW: </a:t>
            </a:r>
            <a:r>
              <a:rPr lang="it-IT" dirty="0"/>
              <a:t>è sufficiente fare uno swap dei byte all’interno della singola word.</a:t>
            </a:r>
            <a:endParaRPr lang="it-IT" b="1" dirty="0"/>
          </a:p>
        </p:txBody>
      </p:sp>
      <p:sp>
        <p:nvSpPr>
          <p:cNvPr id="39" name="Parentesi graffa aperta 38">
            <a:extLst>
              <a:ext uri="{FF2B5EF4-FFF2-40B4-BE49-F238E27FC236}">
                <a16:creationId xmlns:a16="http://schemas.microsoft.com/office/drawing/2014/main" id="{6FC30BAD-8FA9-6D7D-E48E-389D218C836D}"/>
              </a:ext>
            </a:extLst>
          </p:cNvPr>
          <p:cNvSpPr/>
          <p:nvPr/>
        </p:nvSpPr>
        <p:spPr>
          <a:xfrm rot="16200000">
            <a:off x="3198342" y="659389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Parentesi graffa aperta 39">
            <a:extLst>
              <a:ext uri="{FF2B5EF4-FFF2-40B4-BE49-F238E27FC236}">
                <a16:creationId xmlns:a16="http://schemas.microsoft.com/office/drawing/2014/main" id="{24601D98-5D45-A4F6-2BC9-4B1A3D2792D7}"/>
              </a:ext>
            </a:extLst>
          </p:cNvPr>
          <p:cNvSpPr/>
          <p:nvPr/>
        </p:nvSpPr>
        <p:spPr>
          <a:xfrm rot="16200000">
            <a:off x="7260211" y="651885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0547D366-BBBF-E897-8CCB-F4EECD40B880}"/>
              </a:ext>
            </a:extLst>
          </p:cNvPr>
          <p:cNvSpPr txBox="1"/>
          <p:nvPr/>
        </p:nvSpPr>
        <p:spPr>
          <a:xfrm>
            <a:off x="2994234" y="1339008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25F7FC1-038F-84D6-0707-7B481DF3D3BC}"/>
              </a:ext>
            </a:extLst>
          </p:cNvPr>
          <p:cNvSpPr txBox="1"/>
          <p:nvPr/>
        </p:nvSpPr>
        <p:spPr>
          <a:xfrm>
            <a:off x="7031823" y="1332051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46" name="Parentesi graffa aperta 45">
            <a:extLst>
              <a:ext uri="{FF2B5EF4-FFF2-40B4-BE49-F238E27FC236}">
                <a16:creationId xmlns:a16="http://schemas.microsoft.com/office/drawing/2014/main" id="{1B399DA6-C65F-9705-FCB3-1D3D2D508488}"/>
              </a:ext>
            </a:extLst>
          </p:cNvPr>
          <p:cNvSpPr/>
          <p:nvPr/>
        </p:nvSpPr>
        <p:spPr>
          <a:xfrm rot="16200000">
            <a:off x="4677478" y="3217548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56013D09-A576-9D34-CF72-E070D7DFB1A3}"/>
              </a:ext>
            </a:extLst>
          </p:cNvPr>
          <p:cNvSpPr txBox="1"/>
          <p:nvPr/>
        </p:nvSpPr>
        <p:spPr>
          <a:xfrm>
            <a:off x="4403370" y="3787986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61" name="Parentesi graffa aperta 60">
            <a:extLst>
              <a:ext uri="{FF2B5EF4-FFF2-40B4-BE49-F238E27FC236}">
                <a16:creationId xmlns:a16="http://schemas.microsoft.com/office/drawing/2014/main" id="{515F097C-C5F0-3F63-5ADD-447F6ECAD0D9}"/>
              </a:ext>
            </a:extLst>
          </p:cNvPr>
          <p:cNvSpPr/>
          <p:nvPr/>
        </p:nvSpPr>
        <p:spPr>
          <a:xfrm rot="16200000">
            <a:off x="8541162" y="3240835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0BB134A3-C5DC-ACCB-1827-29C8CFD92535}"/>
              </a:ext>
            </a:extLst>
          </p:cNvPr>
          <p:cNvSpPr txBox="1"/>
          <p:nvPr/>
        </p:nvSpPr>
        <p:spPr>
          <a:xfrm>
            <a:off x="8309622" y="3792438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  <p:sp>
        <p:nvSpPr>
          <p:cNvPr id="63" name="Parentesi graffa aperta 62">
            <a:extLst>
              <a:ext uri="{FF2B5EF4-FFF2-40B4-BE49-F238E27FC236}">
                <a16:creationId xmlns:a16="http://schemas.microsoft.com/office/drawing/2014/main" id="{CF3162BD-3A13-D994-E14A-39B231AA6D0D}"/>
              </a:ext>
            </a:extLst>
          </p:cNvPr>
          <p:cNvSpPr/>
          <p:nvPr/>
        </p:nvSpPr>
        <p:spPr>
          <a:xfrm rot="16200000">
            <a:off x="8318081" y="2310220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1759B3BC-2E66-E1CF-E7A1-52C12993528F}"/>
              </a:ext>
            </a:extLst>
          </p:cNvPr>
          <p:cNvSpPr txBox="1"/>
          <p:nvPr/>
        </p:nvSpPr>
        <p:spPr>
          <a:xfrm>
            <a:off x="8043973" y="2880658"/>
            <a:ext cx="7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MSW</a:t>
            </a:r>
          </a:p>
        </p:txBody>
      </p:sp>
      <p:sp>
        <p:nvSpPr>
          <p:cNvPr id="65" name="Parentesi graffa aperta 64">
            <a:extLst>
              <a:ext uri="{FF2B5EF4-FFF2-40B4-BE49-F238E27FC236}">
                <a16:creationId xmlns:a16="http://schemas.microsoft.com/office/drawing/2014/main" id="{52D828CB-3D87-C264-8E09-F8F9923559C3}"/>
              </a:ext>
            </a:extLst>
          </p:cNvPr>
          <p:cNvSpPr/>
          <p:nvPr/>
        </p:nvSpPr>
        <p:spPr>
          <a:xfrm rot="16200000">
            <a:off x="4698724" y="2322336"/>
            <a:ext cx="132835" cy="11193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D1F33322-7EC3-9FB9-765D-BA537FDEE700}"/>
              </a:ext>
            </a:extLst>
          </p:cNvPr>
          <p:cNvSpPr txBox="1"/>
          <p:nvPr/>
        </p:nvSpPr>
        <p:spPr>
          <a:xfrm>
            <a:off x="4467184" y="2873939"/>
            <a:ext cx="63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LSW</a:t>
            </a:r>
          </a:p>
        </p:txBody>
      </p:sp>
    </p:spTree>
    <p:extLst>
      <p:ext uri="{BB962C8B-B14F-4D97-AF65-F5344CB8AC3E}">
        <p14:creationId xmlns:p14="http://schemas.microsoft.com/office/powerpoint/2010/main" val="940145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5992438-019a-4050-922c-7cd2375543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D38A15B7715842A901B153E425F036" ma:contentTypeVersion="15" ma:contentTypeDescription="Create a new document." ma:contentTypeScope="" ma:versionID="147d0c0f304435d8e5aa015dfe9aa96a">
  <xsd:schema xmlns:xsd="http://www.w3.org/2001/XMLSchema" xmlns:xs="http://www.w3.org/2001/XMLSchema" xmlns:p="http://schemas.microsoft.com/office/2006/metadata/properties" xmlns:ns3="d5992438-019a-4050-922c-7cd2375543f8" xmlns:ns4="c86ed4a8-d2bd-42e2-9d16-06cdf44ed35e" targetNamespace="http://schemas.microsoft.com/office/2006/metadata/properties" ma:root="true" ma:fieldsID="add02481589ec6955424fad1062483eb" ns3:_="" ns4:_="">
    <xsd:import namespace="d5992438-019a-4050-922c-7cd2375543f8"/>
    <xsd:import namespace="c86ed4a8-d2bd-42e2-9d16-06cdf44ed3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992438-019a-4050-922c-7cd2375543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ed4a8-d2bd-42e2-9d16-06cdf44ed35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0D8E0B-790C-4934-8A5B-FAE5FA0D1A77}">
  <ds:schemaRefs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d5992438-019a-4050-922c-7cd2375543f8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86ed4a8-d2bd-42e2-9d16-06cdf44ed35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A3DF0C-D37F-4F08-8077-C2B48977CD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759730-DEAB-4DED-ABC3-6C1A932E62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992438-019a-4050-922c-7cd2375543f8"/>
    <ds:schemaRef ds:uri="c86ed4a8-d2bd-42e2-9d16-06cdf44ed3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402</Words>
  <Application>Microsoft Office PowerPoint</Application>
  <PresentationFormat>Widescreen</PresentationFormat>
  <Paragraphs>172</Paragraphs>
  <Slides>7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Meneghel</dc:creator>
  <cp:lastModifiedBy>Samuel Lazzaro</cp:lastModifiedBy>
  <cp:revision>2</cp:revision>
  <dcterms:created xsi:type="dcterms:W3CDTF">2024-12-10T09:16:00Z</dcterms:created>
  <dcterms:modified xsi:type="dcterms:W3CDTF">2024-12-10T14:19:43Z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0x01010069D38A15B7715842A901B153E425F036</vt:lpwstr>
  </property>
</Properties>
</file>